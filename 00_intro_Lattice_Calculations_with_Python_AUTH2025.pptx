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430" r:id="rId2"/>
    <p:sldId id="431" r:id="rId3"/>
    <p:sldId id="442" r:id="rId4"/>
    <p:sldId id="443" r:id="rId5"/>
    <p:sldId id="444" r:id="rId6"/>
    <p:sldId id="445" r:id="rId7"/>
    <p:sldId id="446" r:id="rId8"/>
    <p:sldId id="447" r:id="rId9"/>
    <p:sldId id="448" r:id="rId10"/>
    <p:sldId id="439" r:id="rId11"/>
    <p:sldId id="435" r:id="rId12"/>
    <p:sldId id="440" r:id="rId13"/>
    <p:sldId id="438" r:id="rId14"/>
    <p:sldId id="43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B3B873-84EB-453B-B57D-B0E4870FD640}">
          <p14:sldIdLst>
            <p14:sldId id="430"/>
            <p14:sldId id="431"/>
            <p14:sldId id="442"/>
            <p14:sldId id="443"/>
            <p14:sldId id="444"/>
            <p14:sldId id="445"/>
            <p14:sldId id="446"/>
            <p14:sldId id="447"/>
            <p14:sldId id="448"/>
            <p14:sldId id="439"/>
            <p14:sldId id="435"/>
            <p14:sldId id="440"/>
            <p14:sldId id="438"/>
            <p14:sldId id="4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0"/>
    <a:srgbClr val="0032A0"/>
    <a:srgbClr val="0131FF"/>
    <a:srgbClr val="339966"/>
    <a:srgbClr val="002060"/>
    <a:srgbClr val="000000"/>
    <a:srgbClr val="FF0000"/>
    <a:srgbClr val="00B05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06F054-1CE9-4D49-BB9B-20431F6332F5}" v="1080" dt="2024-08-21T09:33:15.789"/>
    <p1510:client id="{987157AD-33C7-46B0-81B2-2D61D0B2A1AB}" v="12" dt="2024-08-21T09:40:58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60" autoAdjust="0"/>
    <p:restoredTop sz="96812" autoAdjust="0"/>
  </p:normalViewPr>
  <p:slideViewPr>
    <p:cSldViewPr snapToGrid="0">
      <p:cViewPr varScale="1">
        <p:scale>
          <a:sx n="117" d="100"/>
          <a:sy n="117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54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rsi Prebibaj" userId="+GYLHarxZ+dPTLHn7NL7dVppsqJUwCwiKXJTVYlMKO0=" providerId="None" clId="Web-{80E8E87A-893A-49A0-98DB-EF7548DDA70A}"/>
    <pc:docChg chg="modSld">
      <pc:chgData name="Tirsi Prebibaj" userId="+GYLHarxZ+dPTLHn7NL7dVppsqJUwCwiKXJTVYlMKO0=" providerId="None" clId="Web-{80E8E87A-893A-49A0-98DB-EF7548DDA70A}" dt="2024-08-08T07:33:41.227" v="41"/>
      <pc:docMkLst>
        <pc:docMk/>
      </pc:docMkLst>
      <pc:sldChg chg="modNotes">
        <pc:chgData name="Tirsi Prebibaj" userId="+GYLHarxZ+dPTLHn7NL7dVppsqJUwCwiKXJTVYlMKO0=" providerId="None" clId="Web-{80E8E87A-893A-49A0-98DB-EF7548DDA70A}" dt="2024-08-08T07:33:41.227" v="41"/>
        <pc:sldMkLst>
          <pc:docMk/>
          <pc:sldMk cId="1170239364" sldId="374"/>
        </pc:sldMkLst>
      </pc:sldChg>
    </pc:docChg>
  </pc:docChgLst>
  <pc:docChgLst>
    <pc:chgData name="Tirsi Prebibaj" clId="Web-{8A4924A7-D5DE-403C-ACE4-8881866B423D}"/>
    <pc:docChg chg="modSld">
      <pc:chgData name="Tirsi Prebibaj" userId="" providerId="" clId="Web-{8A4924A7-D5DE-403C-ACE4-8881866B423D}" dt="2024-03-25T13:57:21.533" v="1" actId="20577"/>
      <pc:docMkLst>
        <pc:docMk/>
      </pc:docMkLst>
      <pc:sldChg chg="modSp">
        <pc:chgData name="Tirsi Prebibaj" userId="" providerId="" clId="Web-{8A4924A7-D5DE-403C-ACE4-8881866B423D}" dt="2024-03-25T13:57:21.533" v="1" actId="20577"/>
        <pc:sldMkLst>
          <pc:docMk/>
          <pc:sldMk cId="421842917" sldId="390"/>
        </pc:sldMkLst>
        <pc:spChg chg="mod">
          <ac:chgData name="Tirsi Prebibaj" userId="" providerId="" clId="Web-{8A4924A7-D5DE-403C-ACE4-8881866B423D}" dt="2024-03-25T13:57:21.533" v="1" actId="20577"/>
          <ac:spMkLst>
            <pc:docMk/>
            <pc:sldMk cId="421842917" sldId="390"/>
            <ac:spMk id="22" creationId="{B3CE1177-692D-2E4C-21D9-3F5B67EF5960}"/>
          </ac:spMkLst>
        </pc:spChg>
      </pc:sldChg>
    </pc:docChg>
  </pc:docChgLst>
  <pc:docChgLst>
    <pc:chgData name="Tirsi Prebibaj" clId="Web-{7BDD562A-DB9A-41CA-AE77-2D1190359A1E}"/>
    <pc:docChg chg="modSld">
      <pc:chgData name="Tirsi Prebibaj" userId="" providerId="" clId="Web-{7BDD562A-DB9A-41CA-AE77-2D1190359A1E}" dt="2024-03-25T13:42:17.204" v="65" actId="20577"/>
      <pc:docMkLst>
        <pc:docMk/>
      </pc:docMkLst>
      <pc:sldChg chg="modSp modAnim">
        <pc:chgData name="Tirsi Prebibaj" userId="" providerId="" clId="Web-{7BDD562A-DB9A-41CA-AE77-2D1190359A1E}" dt="2024-03-25T13:42:17.204" v="65" actId="20577"/>
        <pc:sldMkLst>
          <pc:docMk/>
          <pc:sldMk cId="421842917" sldId="390"/>
        </pc:sldMkLst>
        <pc:spChg chg="mod">
          <ac:chgData name="Tirsi Prebibaj" userId="" providerId="" clId="Web-{7BDD562A-DB9A-41CA-AE77-2D1190359A1E}" dt="2024-03-25T13:42:17.204" v="65" actId="20577"/>
          <ac:spMkLst>
            <pc:docMk/>
            <pc:sldMk cId="421842917" sldId="390"/>
            <ac:spMk id="22" creationId="{B3CE1177-692D-2E4C-21D9-3F5B67EF5960}"/>
          </ac:spMkLst>
        </pc:spChg>
      </pc:sldChg>
    </pc:docChg>
  </pc:docChgLst>
  <pc:docChgLst>
    <pc:chgData name="Tirsi Prebibaj" clId="Web-{D5241283-6592-4B8B-BF98-B1D429B667D2}"/>
    <pc:docChg chg="addSld delSld modSld sldOrd modSection">
      <pc:chgData name="Tirsi Prebibaj" userId="" providerId="" clId="Web-{D5241283-6592-4B8B-BF98-B1D429B667D2}" dt="2023-11-16T08:51:10.716" v="150"/>
      <pc:docMkLst>
        <pc:docMk/>
      </pc:docMkLst>
      <pc:sldChg chg="addSp delSp modSp">
        <pc:chgData name="Tirsi Prebibaj" userId="" providerId="" clId="Web-{D5241283-6592-4B8B-BF98-B1D429B667D2}" dt="2023-11-16T08:51:10.716" v="150"/>
        <pc:sldMkLst>
          <pc:docMk/>
          <pc:sldMk cId="2326748203" sldId="256"/>
        </pc:sldMkLst>
        <pc:spChg chg="mod">
          <ac:chgData name="Tirsi Prebibaj" userId="" providerId="" clId="Web-{D5241283-6592-4B8B-BF98-B1D429B667D2}" dt="2023-11-16T08:48:58.352" v="139" actId="20577"/>
          <ac:spMkLst>
            <pc:docMk/>
            <pc:sldMk cId="2326748203" sldId="256"/>
            <ac:spMk id="3" creationId="{ACB1D86C-EDFE-444E-AC1B-E649071D8513}"/>
          </ac:spMkLst>
        </pc:spChg>
        <pc:spChg chg="add del mod">
          <ac:chgData name="Tirsi Prebibaj" userId="" providerId="" clId="Web-{D5241283-6592-4B8B-BF98-B1D429B667D2}" dt="2023-11-16T08:51:10.716" v="150"/>
          <ac:spMkLst>
            <pc:docMk/>
            <pc:sldMk cId="2326748203" sldId="256"/>
            <ac:spMk id="4" creationId="{5035FB5B-8447-6A46-113D-6EFC1C0579DD}"/>
          </ac:spMkLst>
        </pc:spChg>
      </pc:sldChg>
      <pc:sldChg chg="del">
        <pc:chgData name="Tirsi Prebibaj" userId="" providerId="" clId="Web-{D5241283-6592-4B8B-BF98-B1D429B667D2}" dt="2023-11-16T08:42:42.869" v="34"/>
        <pc:sldMkLst>
          <pc:docMk/>
          <pc:sldMk cId="3061900725" sldId="262"/>
        </pc:sldMkLst>
      </pc:sldChg>
      <pc:sldChg chg="del">
        <pc:chgData name="Tirsi Prebibaj" userId="" providerId="" clId="Web-{D5241283-6592-4B8B-BF98-B1D429B667D2}" dt="2023-11-16T08:42:38.525" v="32"/>
        <pc:sldMkLst>
          <pc:docMk/>
          <pc:sldMk cId="778361400" sldId="264"/>
        </pc:sldMkLst>
      </pc:sldChg>
      <pc:sldChg chg="del">
        <pc:chgData name="Tirsi Prebibaj" userId="" providerId="" clId="Web-{D5241283-6592-4B8B-BF98-B1D429B667D2}" dt="2023-11-16T08:42:41.494" v="33"/>
        <pc:sldMkLst>
          <pc:docMk/>
          <pc:sldMk cId="2703816105" sldId="265"/>
        </pc:sldMkLst>
      </pc:sldChg>
      <pc:sldChg chg="del">
        <pc:chgData name="Tirsi Prebibaj" userId="" providerId="" clId="Web-{D5241283-6592-4B8B-BF98-B1D429B667D2}" dt="2023-11-16T08:42:32.213" v="24"/>
        <pc:sldMkLst>
          <pc:docMk/>
          <pc:sldMk cId="1042584514" sldId="266"/>
        </pc:sldMkLst>
      </pc:sldChg>
      <pc:sldChg chg="del">
        <pc:chgData name="Tirsi Prebibaj" userId="" providerId="" clId="Web-{D5241283-6592-4B8B-BF98-B1D429B667D2}" dt="2023-11-16T08:42:46.104" v="37"/>
        <pc:sldMkLst>
          <pc:docMk/>
          <pc:sldMk cId="2632789084" sldId="267"/>
        </pc:sldMkLst>
      </pc:sldChg>
      <pc:sldChg chg="del">
        <pc:chgData name="Tirsi Prebibaj" userId="" providerId="" clId="Web-{D5241283-6592-4B8B-BF98-B1D429B667D2}" dt="2023-11-16T08:42:44.901" v="36"/>
        <pc:sldMkLst>
          <pc:docMk/>
          <pc:sldMk cId="967192787" sldId="270"/>
        </pc:sldMkLst>
      </pc:sldChg>
      <pc:sldChg chg="del">
        <pc:chgData name="Tirsi Prebibaj" userId="" providerId="" clId="Web-{D5241283-6592-4B8B-BF98-B1D429B667D2}" dt="2023-11-16T08:41:58.258" v="4"/>
        <pc:sldMkLst>
          <pc:docMk/>
          <pc:sldMk cId="2420122906" sldId="276"/>
        </pc:sldMkLst>
      </pc:sldChg>
      <pc:sldChg chg="del">
        <pc:chgData name="Tirsi Prebibaj" userId="" providerId="" clId="Web-{D5241283-6592-4B8B-BF98-B1D429B667D2}" dt="2023-11-16T08:42:37.463" v="31"/>
        <pc:sldMkLst>
          <pc:docMk/>
          <pc:sldMk cId="2607769529" sldId="279"/>
        </pc:sldMkLst>
      </pc:sldChg>
      <pc:sldChg chg="del">
        <pc:chgData name="Tirsi Prebibaj" userId="" providerId="" clId="Web-{D5241283-6592-4B8B-BF98-B1D429B667D2}" dt="2023-11-16T08:42:36.744" v="30"/>
        <pc:sldMkLst>
          <pc:docMk/>
          <pc:sldMk cId="1128572176" sldId="280"/>
        </pc:sldMkLst>
      </pc:sldChg>
      <pc:sldChg chg="del">
        <pc:chgData name="Tirsi Prebibaj" userId="" providerId="" clId="Web-{D5241283-6592-4B8B-BF98-B1D429B667D2}" dt="2023-11-16T08:42:44.154" v="35"/>
        <pc:sldMkLst>
          <pc:docMk/>
          <pc:sldMk cId="295229169" sldId="281"/>
        </pc:sldMkLst>
      </pc:sldChg>
      <pc:sldChg chg="del">
        <pc:chgData name="Tirsi Prebibaj" userId="" providerId="" clId="Web-{D5241283-6592-4B8B-BF98-B1D429B667D2}" dt="2023-11-16T08:41:55.446" v="1"/>
        <pc:sldMkLst>
          <pc:docMk/>
          <pc:sldMk cId="1326343397" sldId="282"/>
        </pc:sldMkLst>
      </pc:sldChg>
      <pc:sldChg chg="del">
        <pc:chgData name="Tirsi Prebibaj" userId="" providerId="" clId="Web-{D5241283-6592-4B8B-BF98-B1D429B667D2}" dt="2023-11-16T08:41:56.290" v="2"/>
        <pc:sldMkLst>
          <pc:docMk/>
          <pc:sldMk cId="2659025222" sldId="284"/>
        </pc:sldMkLst>
      </pc:sldChg>
      <pc:sldChg chg="del">
        <pc:chgData name="Tirsi Prebibaj" userId="" providerId="" clId="Web-{D5241283-6592-4B8B-BF98-B1D429B667D2}" dt="2023-11-16T08:42:35.275" v="28"/>
        <pc:sldMkLst>
          <pc:docMk/>
          <pc:sldMk cId="2116585614" sldId="285"/>
        </pc:sldMkLst>
      </pc:sldChg>
      <pc:sldChg chg="del">
        <pc:chgData name="Tirsi Prebibaj" userId="" providerId="" clId="Web-{D5241283-6592-4B8B-BF98-B1D429B667D2}" dt="2023-11-16T08:42:35.900" v="29"/>
        <pc:sldMkLst>
          <pc:docMk/>
          <pc:sldMk cId="1186659949" sldId="288"/>
        </pc:sldMkLst>
      </pc:sldChg>
      <pc:sldChg chg="del">
        <pc:chgData name="Tirsi Prebibaj" userId="" providerId="" clId="Web-{D5241283-6592-4B8B-BF98-B1D429B667D2}" dt="2023-11-16T08:41:57.040" v="3"/>
        <pc:sldMkLst>
          <pc:docMk/>
          <pc:sldMk cId="635452904" sldId="289"/>
        </pc:sldMkLst>
      </pc:sldChg>
      <pc:sldChg chg="modSp">
        <pc:chgData name="Tirsi Prebibaj" userId="" providerId="" clId="Web-{D5241283-6592-4B8B-BF98-B1D429B667D2}" dt="2023-11-16T08:43:41.996" v="53" actId="20577"/>
        <pc:sldMkLst>
          <pc:docMk/>
          <pc:sldMk cId="565007588" sldId="292"/>
        </pc:sldMkLst>
        <pc:spChg chg="mod">
          <ac:chgData name="Tirsi Prebibaj" userId="" providerId="" clId="Web-{D5241283-6592-4B8B-BF98-B1D429B667D2}" dt="2023-11-16T08:43:41.996" v="53" actId="20577"/>
          <ac:spMkLst>
            <pc:docMk/>
            <pc:sldMk cId="565007588" sldId="292"/>
            <ac:spMk id="2" creationId="{9D6BE298-9D10-8777-E4CC-A0F2A5863D0B}"/>
          </ac:spMkLst>
        </pc:spChg>
      </pc:sldChg>
      <pc:sldChg chg="del">
        <pc:chgData name="Tirsi Prebibaj" userId="" providerId="" clId="Web-{D5241283-6592-4B8B-BF98-B1D429B667D2}" dt="2023-11-16T08:42:04.774" v="6"/>
        <pc:sldMkLst>
          <pc:docMk/>
          <pc:sldMk cId="368134935" sldId="294"/>
        </pc:sldMkLst>
      </pc:sldChg>
      <pc:sldChg chg="del">
        <pc:chgData name="Tirsi Prebibaj" userId="" providerId="" clId="Web-{D5241283-6592-4B8B-BF98-B1D429B667D2}" dt="2023-11-16T08:42:08.993" v="10"/>
        <pc:sldMkLst>
          <pc:docMk/>
          <pc:sldMk cId="4110637093" sldId="295"/>
        </pc:sldMkLst>
      </pc:sldChg>
      <pc:sldChg chg="del">
        <pc:chgData name="Tirsi Prebibaj" userId="" providerId="" clId="Web-{D5241283-6592-4B8B-BF98-B1D429B667D2}" dt="2023-11-16T08:42:10.399" v="11"/>
        <pc:sldMkLst>
          <pc:docMk/>
          <pc:sldMk cId="760938132" sldId="296"/>
        </pc:sldMkLst>
      </pc:sldChg>
      <pc:sldChg chg="del">
        <pc:chgData name="Tirsi Prebibaj" userId="" providerId="" clId="Web-{D5241283-6592-4B8B-BF98-B1D429B667D2}" dt="2023-11-16T08:42:05.884" v="8"/>
        <pc:sldMkLst>
          <pc:docMk/>
          <pc:sldMk cId="3832490965" sldId="297"/>
        </pc:sldMkLst>
      </pc:sldChg>
      <pc:sldChg chg="del">
        <pc:chgData name="Tirsi Prebibaj" userId="" providerId="" clId="Web-{D5241283-6592-4B8B-BF98-B1D429B667D2}" dt="2023-11-16T08:42:07.946" v="9"/>
        <pc:sldMkLst>
          <pc:docMk/>
          <pc:sldMk cId="600870804" sldId="299"/>
        </pc:sldMkLst>
      </pc:sldChg>
      <pc:sldChg chg="del">
        <pc:chgData name="Tirsi Prebibaj" userId="" providerId="" clId="Web-{D5241283-6592-4B8B-BF98-B1D429B667D2}" dt="2023-11-16T08:42:11.806" v="12"/>
        <pc:sldMkLst>
          <pc:docMk/>
          <pc:sldMk cId="3484068368" sldId="300"/>
        </pc:sldMkLst>
      </pc:sldChg>
      <pc:sldChg chg="del">
        <pc:chgData name="Tirsi Prebibaj" userId="" providerId="" clId="Web-{D5241283-6592-4B8B-BF98-B1D429B667D2}" dt="2023-11-16T08:42:15.493" v="14"/>
        <pc:sldMkLst>
          <pc:docMk/>
          <pc:sldMk cId="58394464" sldId="301"/>
        </pc:sldMkLst>
      </pc:sldChg>
      <pc:sldChg chg="del">
        <pc:chgData name="Tirsi Prebibaj" userId="" providerId="" clId="Web-{D5241283-6592-4B8B-BF98-B1D429B667D2}" dt="2023-11-16T08:42:16.322" v="15"/>
        <pc:sldMkLst>
          <pc:docMk/>
          <pc:sldMk cId="2878070763" sldId="302"/>
        </pc:sldMkLst>
      </pc:sldChg>
      <pc:sldChg chg="del">
        <pc:chgData name="Tirsi Prebibaj" userId="" providerId="" clId="Web-{D5241283-6592-4B8B-BF98-B1D429B667D2}" dt="2023-11-16T08:42:17.478" v="16"/>
        <pc:sldMkLst>
          <pc:docMk/>
          <pc:sldMk cId="1709226014" sldId="303"/>
        </pc:sldMkLst>
      </pc:sldChg>
      <pc:sldChg chg="modSp">
        <pc:chgData name="Tirsi Prebibaj" userId="" providerId="" clId="Web-{D5241283-6592-4B8B-BF98-B1D429B667D2}" dt="2023-11-16T08:43:52.216" v="60" actId="20577"/>
        <pc:sldMkLst>
          <pc:docMk/>
          <pc:sldMk cId="1414841034" sldId="306"/>
        </pc:sldMkLst>
        <pc:spChg chg="mod">
          <ac:chgData name="Tirsi Prebibaj" userId="" providerId="" clId="Web-{D5241283-6592-4B8B-BF98-B1D429B667D2}" dt="2023-11-16T08:43:52.216" v="60" actId="20577"/>
          <ac:spMkLst>
            <pc:docMk/>
            <pc:sldMk cId="1414841034" sldId="306"/>
            <ac:spMk id="2" creationId="{DE6E4E9B-8BC6-9362-3E86-1F85F907A794}"/>
          </ac:spMkLst>
        </pc:spChg>
      </pc:sldChg>
      <pc:sldChg chg="del">
        <pc:chgData name="Tirsi Prebibaj" userId="" providerId="" clId="Web-{D5241283-6592-4B8B-BF98-B1D429B667D2}" dt="2023-11-16T08:42:30.213" v="22"/>
        <pc:sldMkLst>
          <pc:docMk/>
          <pc:sldMk cId="2599875288" sldId="307"/>
        </pc:sldMkLst>
      </pc:sldChg>
      <pc:sldChg chg="del">
        <pc:chgData name="Tirsi Prebibaj" userId="" providerId="" clId="Web-{D5241283-6592-4B8B-BF98-B1D429B667D2}" dt="2023-11-16T08:42:05.462" v="7"/>
        <pc:sldMkLst>
          <pc:docMk/>
          <pc:sldMk cId="1213376842" sldId="308"/>
        </pc:sldMkLst>
      </pc:sldChg>
      <pc:sldChg chg="del">
        <pc:chgData name="Tirsi Prebibaj" userId="" providerId="" clId="Web-{D5241283-6592-4B8B-BF98-B1D429B667D2}" dt="2023-11-16T08:42:20.197" v="18"/>
        <pc:sldMkLst>
          <pc:docMk/>
          <pc:sldMk cId="2847891554" sldId="309"/>
        </pc:sldMkLst>
      </pc:sldChg>
      <pc:sldChg chg="del">
        <pc:chgData name="Tirsi Prebibaj" userId="" providerId="" clId="Web-{D5241283-6592-4B8B-BF98-B1D429B667D2}" dt="2023-11-16T08:42:23.228" v="19"/>
        <pc:sldMkLst>
          <pc:docMk/>
          <pc:sldMk cId="255658758" sldId="310"/>
        </pc:sldMkLst>
      </pc:sldChg>
      <pc:sldChg chg="del">
        <pc:chgData name="Tirsi Prebibaj" userId="" providerId="" clId="Web-{D5241283-6592-4B8B-BF98-B1D429B667D2}" dt="2023-11-16T08:42:14.743" v="13"/>
        <pc:sldMkLst>
          <pc:docMk/>
          <pc:sldMk cId="807058902" sldId="311"/>
        </pc:sldMkLst>
      </pc:sldChg>
      <pc:sldChg chg="del">
        <pc:chgData name="Tirsi Prebibaj" userId="" providerId="" clId="Web-{D5241283-6592-4B8B-BF98-B1D429B667D2}" dt="2023-11-16T08:42:26.228" v="20"/>
        <pc:sldMkLst>
          <pc:docMk/>
          <pc:sldMk cId="1143628832" sldId="312"/>
        </pc:sldMkLst>
      </pc:sldChg>
      <pc:sldChg chg="del">
        <pc:chgData name="Tirsi Prebibaj" userId="" providerId="" clId="Web-{D5241283-6592-4B8B-BF98-B1D429B667D2}" dt="2023-11-16T08:42:31.353" v="23"/>
        <pc:sldMkLst>
          <pc:docMk/>
          <pc:sldMk cId="2551637945" sldId="313"/>
        </pc:sldMkLst>
      </pc:sldChg>
      <pc:sldChg chg="modSp ord">
        <pc:chgData name="Tirsi Prebibaj" userId="" providerId="" clId="Web-{D5241283-6592-4B8B-BF98-B1D429B667D2}" dt="2023-11-16T08:43:27.606" v="46" actId="20577"/>
        <pc:sldMkLst>
          <pc:docMk/>
          <pc:sldMk cId="2909933829" sldId="314"/>
        </pc:sldMkLst>
        <pc:spChg chg="mod">
          <ac:chgData name="Tirsi Prebibaj" userId="" providerId="" clId="Web-{D5241283-6592-4B8B-BF98-B1D429B667D2}" dt="2023-11-16T08:43:27.606" v="46" actId="20577"/>
          <ac:spMkLst>
            <pc:docMk/>
            <pc:sldMk cId="2909933829" sldId="314"/>
            <ac:spMk id="2" creationId="{28AE6DB5-FD24-1381-1AD4-FF91D153B491}"/>
          </ac:spMkLst>
        </pc:spChg>
      </pc:sldChg>
      <pc:sldChg chg="del">
        <pc:chgData name="Tirsi Prebibaj" userId="" providerId="" clId="Web-{D5241283-6592-4B8B-BF98-B1D429B667D2}" dt="2023-11-16T08:42:02.962" v="5"/>
        <pc:sldMkLst>
          <pc:docMk/>
          <pc:sldMk cId="3499865086" sldId="315"/>
        </pc:sldMkLst>
      </pc:sldChg>
      <pc:sldChg chg="del">
        <pc:chgData name="Tirsi Prebibaj" userId="" providerId="" clId="Web-{D5241283-6592-4B8B-BF98-B1D429B667D2}" dt="2023-11-16T08:42:18.822" v="17"/>
        <pc:sldMkLst>
          <pc:docMk/>
          <pc:sldMk cId="2905190265" sldId="316"/>
        </pc:sldMkLst>
      </pc:sldChg>
      <pc:sldChg chg="del">
        <pc:chgData name="Tirsi Prebibaj" userId="" providerId="" clId="Web-{D5241283-6592-4B8B-BF98-B1D429B667D2}" dt="2023-11-16T08:42:27.275" v="21"/>
        <pc:sldMkLst>
          <pc:docMk/>
          <pc:sldMk cId="2449215067" sldId="317"/>
        </pc:sldMkLst>
      </pc:sldChg>
      <pc:sldChg chg="del">
        <pc:chgData name="Tirsi Prebibaj" userId="" providerId="" clId="Web-{D5241283-6592-4B8B-BF98-B1D429B667D2}" dt="2023-11-16T08:41:50.385" v="0"/>
        <pc:sldMkLst>
          <pc:docMk/>
          <pc:sldMk cId="2524882754" sldId="318"/>
        </pc:sldMkLst>
      </pc:sldChg>
      <pc:sldChg chg="del">
        <pc:chgData name="Tirsi Prebibaj" userId="" providerId="" clId="Web-{D5241283-6592-4B8B-BF98-B1D429B667D2}" dt="2023-11-16T08:42:34.713" v="27"/>
        <pc:sldMkLst>
          <pc:docMk/>
          <pc:sldMk cId="53609890" sldId="319"/>
        </pc:sldMkLst>
      </pc:sldChg>
      <pc:sldChg chg="del">
        <pc:chgData name="Tirsi Prebibaj" userId="" providerId="" clId="Web-{D5241283-6592-4B8B-BF98-B1D429B667D2}" dt="2023-11-16T08:42:34.088" v="25"/>
        <pc:sldMkLst>
          <pc:docMk/>
          <pc:sldMk cId="1910763828" sldId="320"/>
        </pc:sldMkLst>
      </pc:sldChg>
      <pc:sldChg chg="del">
        <pc:chgData name="Tirsi Prebibaj" userId="" providerId="" clId="Web-{D5241283-6592-4B8B-BF98-B1D429B667D2}" dt="2023-11-16T08:42:34.432" v="26"/>
        <pc:sldMkLst>
          <pc:docMk/>
          <pc:sldMk cId="2631156572" sldId="321"/>
        </pc:sldMkLst>
      </pc:sldChg>
      <pc:sldChg chg="modSp">
        <pc:chgData name="Tirsi Prebibaj" userId="" providerId="" clId="Web-{D5241283-6592-4B8B-BF98-B1D429B667D2}" dt="2023-11-16T08:49:10.024" v="142" actId="20577"/>
        <pc:sldMkLst>
          <pc:docMk/>
          <pc:sldMk cId="2566097359" sldId="322"/>
        </pc:sldMkLst>
        <pc:spChg chg="mod">
          <ac:chgData name="Tirsi Prebibaj" userId="" providerId="" clId="Web-{D5241283-6592-4B8B-BF98-B1D429B667D2}" dt="2023-11-16T08:49:10.024" v="142" actId="20577"/>
          <ac:spMkLst>
            <pc:docMk/>
            <pc:sldMk cId="2566097359" sldId="322"/>
            <ac:spMk id="3" creationId="{51E4999B-6F1A-0519-0176-AC211CBFA6F2}"/>
          </ac:spMkLst>
        </pc:spChg>
      </pc:sldChg>
      <pc:sldChg chg="new del">
        <pc:chgData name="Tirsi Prebibaj" userId="" providerId="" clId="Web-{D5241283-6592-4B8B-BF98-B1D429B667D2}" dt="2023-11-16T08:44:04.966" v="62"/>
        <pc:sldMkLst>
          <pc:docMk/>
          <pc:sldMk cId="84585038" sldId="323"/>
        </pc:sldMkLst>
      </pc:sldChg>
      <pc:sldChg chg="addSp delSp modSp new">
        <pc:chgData name="Tirsi Prebibaj" userId="" providerId="" clId="Web-{D5241283-6592-4B8B-BF98-B1D429B667D2}" dt="2023-11-16T08:49:23.759" v="145" actId="20577"/>
        <pc:sldMkLst>
          <pc:docMk/>
          <pc:sldMk cId="2307673585" sldId="323"/>
        </pc:sldMkLst>
        <pc:spChg chg="mod">
          <ac:chgData name="Tirsi Prebibaj" userId="" providerId="" clId="Web-{D5241283-6592-4B8B-BF98-B1D429B667D2}" dt="2023-11-16T08:47:49.818" v="101" actId="20577"/>
          <ac:spMkLst>
            <pc:docMk/>
            <pc:sldMk cId="2307673585" sldId="323"/>
            <ac:spMk id="2" creationId="{3EF28C5B-EBF3-D162-E9F3-9B294EA4BC00}"/>
          </ac:spMkLst>
        </pc:spChg>
        <pc:spChg chg="del">
          <ac:chgData name="Tirsi Prebibaj" userId="" providerId="" clId="Web-{D5241283-6592-4B8B-BF98-B1D429B667D2}" dt="2023-11-16T08:45:00.890" v="64"/>
          <ac:spMkLst>
            <pc:docMk/>
            <pc:sldMk cId="2307673585" sldId="323"/>
            <ac:spMk id="3" creationId="{55E81FC2-1F53-8EB0-4DAB-4FCC8B09E46F}"/>
          </ac:spMkLst>
        </pc:spChg>
        <pc:spChg chg="del">
          <ac:chgData name="Tirsi Prebibaj" userId="" providerId="" clId="Web-{D5241283-6592-4B8B-BF98-B1D429B667D2}" dt="2023-11-16T08:45:03.781" v="65"/>
          <ac:spMkLst>
            <pc:docMk/>
            <pc:sldMk cId="2307673585" sldId="323"/>
            <ac:spMk id="4" creationId="{B5BFCC37-7D4F-54C1-8B8A-B78FC559FBCC}"/>
          </ac:spMkLst>
        </pc:spChg>
        <pc:spChg chg="add mod">
          <ac:chgData name="Tirsi Prebibaj" userId="" providerId="" clId="Web-{D5241283-6592-4B8B-BF98-B1D429B667D2}" dt="2023-11-16T08:49:23.759" v="145" actId="20577"/>
          <ac:spMkLst>
            <pc:docMk/>
            <pc:sldMk cId="2307673585" sldId="323"/>
            <ac:spMk id="7" creationId="{4CC130B6-9A9A-FAFA-EF96-D2D2770AFBA9}"/>
          </ac:spMkLst>
        </pc:spChg>
        <pc:spChg chg="add">
          <ac:chgData name="Tirsi Prebibaj" userId="" providerId="" clId="Web-{D5241283-6592-4B8B-BF98-B1D429B667D2}" dt="2023-11-16T08:45:20.984" v="80"/>
          <ac:spMkLst>
            <pc:docMk/>
            <pc:sldMk cId="2307673585" sldId="323"/>
            <ac:spMk id="8" creationId="{31307C55-6A7C-66B8-45A3-E222FCC620A7}"/>
          </ac:spMkLst>
        </pc:spChg>
        <pc:picChg chg="add">
          <ac:chgData name="Tirsi Prebibaj" userId="" providerId="" clId="Web-{D5241283-6592-4B8B-BF98-B1D429B667D2}" dt="2023-11-16T08:45:20.984" v="80"/>
          <ac:picMkLst>
            <pc:docMk/>
            <pc:sldMk cId="2307673585" sldId="323"/>
            <ac:picMk id="6" creationId="{915EE8B6-27D0-3324-1D2B-FE0046F10A5C}"/>
          </ac:picMkLst>
        </pc:picChg>
        <pc:picChg chg="add">
          <ac:chgData name="Tirsi Prebibaj" userId="" providerId="" clId="Web-{D5241283-6592-4B8B-BF98-B1D429B667D2}" dt="2023-11-16T08:45:20.984" v="80"/>
          <ac:picMkLst>
            <pc:docMk/>
            <pc:sldMk cId="2307673585" sldId="323"/>
            <ac:picMk id="9" creationId="{9DA8E349-9DC7-46A4-57C4-D14EA54947E5}"/>
          </ac:picMkLst>
        </pc:picChg>
      </pc:sldChg>
      <pc:sldChg chg="addSp delSp modSp add replId">
        <pc:chgData name="Tirsi Prebibaj" userId="" providerId="" clId="Web-{D5241283-6592-4B8B-BF98-B1D429B667D2}" dt="2023-11-16T08:49:29.525" v="147" actId="20577"/>
        <pc:sldMkLst>
          <pc:docMk/>
          <pc:sldMk cId="4023452982" sldId="324"/>
        </pc:sldMkLst>
        <pc:spChg chg="mod">
          <ac:chgData name="Tirsi Prebibaj" userId="" providerId="" clId="Web-{D5241283-6592-4B8B-BF98-B1D429B667D2}" dt="2023-11-16T08:47:45.474" v="100" actId="20577"/>
          <ac:spMkLst>
            <pc:docMk/>
            <pc:sldMk cId="4023452982" sldId="324"/>
            <ac:spMk id="2" creationId="{3EF28C5B-EBF3-D162-E9F3-9B294EA4BC00}"/>
          </ac:spMkLst>
        </pc:spChg>
        <pc:spChg chg="mod">
          <ac:chgData name="Tirsi Prebibaj" userId="" providerId="" clId="Web-{D5241283-6592-4B8B-BF98-B1D429B667D2}" dt="2023-11-16T08:49:29.525" v="147" actId="20577"/>
          <ac:spMkLst>
            <pc:docMk/>
            <pc:sldMk cId="4023452982" sldId="324"/>
            <ac:spMk id="7" creationId="{4CC130B6-9A9A-FAFA-EF96-D2D2770AFBA9}"/>
          </ac:spMkLst>
        </pc:spChg>
        <pc:picChg chg="add mod">
          <ac:chgData name="Tirsi Prebibaj" userId="" providerId="" clId="Web-{D5241283-6592-4B8B-BF98-B1D429B667D2}" dt="2023-11-16T08:46:43.175" v="92" actId="1076"/>
          <ac:picMkLst>
            <pc:docMk/>
            <pc:sldMk cId="4023452982" sldId="324"/>
            <ac:picMk id="3" creationId="{6B84E5DF-FD2B-9D63-4FD1-B02B53AFCA50}"/>
          </ac:picMkLst>
        </pc:picChg>
        <pc:picChg chg="add mod">
          <ac:chgData name="Tirsi Prebibaj" userId="" providerId="" clId="Web-{D5241283-6592-4B8B-BF98-B1D429B667D2}" dt="2023-11-16T08:47:36.567" v="97" actId="1076"/>
          <ac:picMkLst>
            <pc:docMk/>
            <pc:sldMk cId="4023452982" sldId="324"/>
            <ac:picMk id="4" creationId="{E767F2F1-4547-9937-F2AD-CBA1EE9E77E5}"/>
          </ac:picMkLst>
        </pc:picChg>
        <pc:picChg chg="del">
          <ac:chgData name="Tirsi Prebibaj" userId="" providerId="" clId="Web-{D5241283-6592-4B8B-BF98-B1D429B667D2}" dt="2023-11-16T08:46:44.487" v="93"/>
          <ac:picMkLst>
            <pc:docMk/>
            <pc:sldMk cId="4023452982" sldId="324"/>
            <ac:picMk id="6" creationId="{915EE8B6-27D0-3324-1D2B-FE0046F10A5C}"/>
          </ac:picMkLst>
        </pc:picChg>
        <pc:picChg chg="del">
          <ac:chgData name="Tirsi Prebibaj" userId="" providerId="" clId="Web-{D5241283-6592-4B8B-BF98-B1D429B667D2}" dt="2023-11-16T08:46:32.566" v="88"/>
          <ac:picMkLst>
            <pc:docMk/>
            <pc:sldMk cId="4023452982" sldId="324"/>
            <ac:picMk id="9" creationId="{9DA8E349-9DC7-46A4-57C4-D14EA54947E5}"/>
          </ac:picMkLst>
        </pc:picChg>
      </pc:sldChg>
    </pc:docChg>
  </pc:docChgLst>
  <pc:docChgLst>
    <pc:chgData name="Tirsi Prebibaj" clId="Web-{CCEC5FE1-3D0B-4172-949E-8245B71FFB0B}"/>
    <pc:docChg chg="modSld">
      <pc:chgData name="Tirsi Prebibaj" userId="" providerId="" clId="Web-{CCEC5FE1-3D0B-4172-949E-8245B71FFB0B}" dt="2024-03-25T16:54:10.651" v="30" actId="20577"/>
      <pc:docMkLst>
        <pc:docMk/>
      </pc:docMkLst>
      <pc:sldChg chg="modSp">
        <pc:chgData name="Tirsi Prebibaj" userId="" providerId="" clId="Web-{CCEC5FE1-3D0B-4172-949E-8245B71FFB0B}" dt="2024-03-25T16:54:10.651" v="30" actId="20577"/>
        <pc:sldMkLst>
          <pc:docMk/>
          <pc:sldMk cId="2456878928" sldId="354"/>
        </pc:sldMkLst>
        <pc:spChg chg="mod">
          <ac:chgData name="Tirsi Prebibaj" userId="" providerId="" clId="Web-{CCEC5FE1-3D0B-4172-949E-8245B71FFB0B}" dt="2024-03-25T16:54:10.651" v="30" actId="20577"/>
          <ac:spMkLst>
            <pc:docMk/>
            <pc:sldMk cId="2456878928" sldId="354"/>
            <ac:spMk id="3" creationId="{37C090AB-65AC-70EB-8F36-3B7C2E65FCF2}"/>
          </ac:spMkLst>
        </pc:spChg>
      </pc:sldChg>
      <pc:sldChg chg="modSp">
        <pc:chgData name="Tirsi Prebibaj" userId="" providerId="" clId="Web-{CCEC5FE1-3D0B-4172-949E-8245B71FFB0B}" dt="2024-03-25T16:52:12.040" v="2" actId="20577"/>
        <pc:sldMkLst>
          <pc:docMk/>
          <pc:sldMk cId="1853143229" sldId="372"/>
        </pc:sldMkLst>
        <pc:spChg chg="mod">
          <ac:chgData name="Tirsi Prebibaj" userId="" providerId="" clId="Web-{CCEC5FE1-3D0B-4172-949E-8245B71FFB0B}" dt="2024-03-25T16:52:12.040" v="2" actId="20577"/>
          <ac:spMkLst>
            <pc:docMk/>
            <pc:sldMk cId="1853143229" sldId="372"/>
            <ac:spMk id="2" creationId="{754A644B-0E71-3B25-655F-B10CEFF0489F}"/>
          </ac:spMkLst>
        </pc:spChg>
      </pc:sldChg>
      <pc:sldChg chg="modSp">
        <pc:chgData name="Tirsi Prebibaj" userId="" providerId="" clId="Web-{CCEC5FE1-3D0B-4172-949E-8245B71FFB0B}" dt="2024-03-25T16:52:50.213" v="22" actId="20577"/>
        <pc:sldMkLst>
          <pc:docMk/>
          <pc:sldMk cId="1784057354" sldId="384"/>
        </pc:sldMkLst>
        <pc:spChg chg="mod">
          <ac:chgData name="Tirsi Prebibaj" userId="" providerId="" clId="Web-{CCEC5FE1-3D0B-4172-949E-8245B71FFB0B}" dt="2024-03-25T16:52:50.213" v="22" actId="20577"/>
          <ac:spMkLst>
            <pc:docMk/>
            <pc:sldMk cId="1784057354" sldId="384"/>
            <ac:spMk id="8" creationId="{688665E1-7C70-2514-637A-8886871AA0F5}"/>
          </ac:spMkLst>
        </pc:spChg>
      </pc:sldChg>
      <pc:sldChg chg="modSp">
        <pc:chgData name="Tirsi Prebibaj" userId="" providerId="" clId="Web-{CCEC5FE1-3D0B-4172-949E-8245B71FFB0B}" dt="2024-03-25T16:52:33.962" v="17" actId="20577"/>
        <pc:sldMkLst>
          <pc:docMk/>
          <pc:sldMk cId="3884587515" sldId="405"/>
        </pc:sldMkLst>
        <pc:spChg chg="mod">
          <ac:chgData name="Tirsi Prebibaj" userId="" providerId="" clId="Web-{CCEC5FE1-3D0B-4172-949E-8245B71FFB0B}" dt="2024-03-25T16:52:27.587" v="11" actId="20577"/>
          <ac:spMkLst>
            <pc:docMk/>
            <pc:sldMk cId="3884587515" sldId="405"/>
            <ac:spMk id="2" creationId="{754A644B-0E71-3B25-655F-B10CEFF0489F}"/>
          </ac:spMkLst>
        </pc:spChg>
        <pc:spChg chg="mod">
          <ac:chgData name="Tirsi Prebibaj" userId="" providerId="" clId="Web-{CCEC5FE1-3D0B-4172-949E-8245B71FFB0B}" dt="2024-03-25T16:52:33.962" v="17" actId="20577"/>
          <ac:spMkLst>
            <pc:docMk/>
            <pc:sldMk cId="3884587515" sldId="405"/>
            <ac:spMk id="9" creationId="{23432A03-70D5-482D-1D35-FC109F0C6522}"/>
          </ac:spMkLst>
        </pc:spChg>
      </pc:sldChg>
    </pc:docChg>
  </pc:docChgLst>
  <pc:docChgLst>
    <pc:chgData name="Tirsi Prebibaj" userId="+GYLHarxZ+dPTLHn7NL7dVppsqJUwCwiKXJTVYlMKO0=" providerId="None" clId="Web-{987157AD-33C7-46B0-81B2-2D61D0B2A1AB}"/>
    <pc:docChg chg="modSld">
      <pc:chgData name="Tirsi Prebibaj" userId="+GYLHarxZ+dPTLHn7NL7dVppsqJUwCwiKXJTVYlMKO0=" providerId="None" clId="Web-{987157AD-33C7-46B0-81B2-2D61D0B2A1AB}" dt="2024-08-21T09:40:53.949" v="4" actId="20577"/>
      <pc:docMkLst>
        <pc:docMk/>
      </pc:docMkLst>
      <pc:sldChg chg="modSp">
        <pc:chgData name="Tirsi Prebibaj" userId="+GYLHarxZ+dPTLHn7NL7dVppsqJUwCwiKXJTVYlMKO0=" providerId="None" clId="Web-{987157AD-33C7-46B0-81B2-2D61D0B2A1AB}" dt="2024-08-21T09:40:53.949" v="4" actId="20577"/>
        <pc:sldMkLst>
          <pc:docMk/>
          <pc:sldMk cId="760881316" sldId="421"/>
        </pc:sldMkLst>
        <pc:spChg chg="mod">
          <ac:chgData name="Tirsi Prebibaj" userId="+GYLHarxZ+dPTLHn7NL7dVppsqJUwCwiKXJTVYlMKO0=" providerId="None" clId="Web-{987157AD-33C7-46B0-81B2-2D61D0B2A1AB}" dt="2024-08-21T09:40:53.949" v="4" actId="20577"/>
          <ac:spMkLst>
            <pc:docMk/>
            <pc:sldMk cId="760881316" sldId="421"/>
            <ac:spMk id="12" creationId="{DB8A9E4A-A489-7C3D-1B1C-34FE947AA83A}"/>
          </ac:spMkLst>
        </pc:spChg>
      </pc:sldChg>
    </pc:docChg>
  </pc:docChgLst>
  <pc:docChgLst>
    <pc:chgData name="Tirsi Prebibaj" clId="Web-{3D7054F8-CD73-447E-8B99-9C0B9CB6ADF1}"/>
    <pc:docChg chg="modSld">
      <pc:chgData name="Tirsi Prebibaj" userId="" providerId="" clId="Web-{3D7054F8-CD73-447E-8B99-9C0B9CB6ADF1}" dt="2024-03-26T21:26:47.517" v="31" actId="1076"/>
      <pc:docMkLst>
        <pc:docMk/>
      </pc:docMkLst>
      <pc:sldChg chg="modNotes">
        <pc:chgData name="Tirsi Prebibaj" userId="" providerId="" clId="Web-{3D7054F8-CD73-447E-8B99-9C0B9CB6ADF1}" dt="2024-03-26T21:16:59.388" v="14"/>
        <pc:sldMkLst>
          <pc:docMk/>
          <pc:sldMk cId="2804093168" sldId="371"/>
        </pc:sldMkLst>
      </pc:sldChg>
      <pc:sldChg chg="modNotes">
        <pc:chgData name="Tirsi Prebibaj" userId="" providerId="" clId="Web-{3D7054F8-CD73-447E-8B99-9C0B9CB6ADF1}" dt="2024-03-26T21:16:41.013" v="3"/>
        <pc:sldMkLst>
          <pc:docMk/>
          <pc:sldMk cId="3319552554" sldId="375"/>
        </pc:sldMkLst>
      </pc:sldChg>
      <pc:sldChg chg="modSp">
        <pc:chgData name="Tirsi Prebibaj" userId="" providerId="" clId="Web-{3D7054F8-CD73-447E-8B99-9C0B9CB6ADF1}" dt="2024-03-26T21:26:47.517" v="31" actId="1076"/>
        <pc:sldMkLst>
          <pc:docMk/>
          <pc:sldMk cId="421842917" sldId="390"/>
        </pc:sldMkLst>
        <pc:spChg chg="mod">
          <ac:chgData name="Tirsi Prebibaj" userId="" providerId="" clId="Web-{3D7054F8-CD73-447E-8B99-9C0B9CB6ADF1}" dt="2024-03-26T21:26:47.408" v="30" actId="1076"/>
          <ac:spMkLst>
            <pc:docMk/>
            <pc:sldMk cId="421842917" sldId="390"/>
            <ac:spMk id="8" creationId="{8728874B-5CD8-4995-B358-9AEBFF266D4B}"/>
          </ac:spMkLst>
        </pc:spChg>
        <pc:spChg chg="mod">
          <ac:chgData name="Tirsi Prebibaj" userId="" providerId="" clId="Web-{3D7054F8-CD73-447E-8B99-9C0B9CB6ADF1}" dt="2024-03-26T21:26:47.346" v="22" actId="1076"/>
          <ac:spMkLst>
            <pc:docMk/>
            <pc:sldMk cId="421842917" sldId="390"/>
            <ac:spMk id="15" creationId="{C66F87C1-2AA9-A204-CFC9-4C847A737181}"/>
          </ac:spMkLst>
        </pc:spChg>
        <pc:spChg chg="mod">
          <ac:chgData name="Tirsi Prebibaj" userId="" providerId="" clId="Web-{3D7054F8-CD73-447E-8B99-9C0B9CB6ADF1}" dt="2024-03-26T21:26:47.361" v="23" actId="1076"/>
          <ac:spMkLst>
            <pc:docMk/>
            <pc:sldMk cId="421842917" sldId="390"/>
            <ac:spMk id="16" creationId="{D37C3C46-CF88-82AC-06B1-45D7D62B0F6A}"/>
          </ac:spMkLst>
        </pc:spChg>
        <pc:spChg chg="mod">
          <ac:chgData name="Tirsi Prebibaj" userId="" providerId="" clId="Web-{3D7054F8-CD73-447E-8B99-9C0B9CB6ADF1}" dt="2024-03-26T21:26:47.361" v="24" actId="1076"/>
          <ac:spMkLst>
            <pc:docMk/>
            <pc:sldMk cId="421842917" sldId="390"/>
            <ac:spMk id="17" creationId="{5EF40638-E522-803A-C23C-D366D9A50946}"/>
          </ac:spMkLst>
        </pc:spChg>
        <pc:spChg chg="mod">
          <ac:chgData name="Tirsi Prebibaj" userId="" providerId="" clId="Web-{3D7054F8-CD73-447E-8B99-9C0B9CB6ADF1}" dt="2024-03-26T21:26:47.377" v="25" actId="1076"/>
          <ac:spMkLst>
            <pc:docMk/>
            <pc:sldMk cId="421842917" sldId="390"/>
            <ac:spMk id="18" creationId="{E2BB12E7-9E1E-B1E5-D64E-6318974D473D}"/>
          </ac:spMkLst>
        </pc:spChg>
        <pc:spChg chg="mod">
          <ac:chgData name="Tirsi Prebibaj" userId="" providerId="" clId="Web-{3D7054F8-CD73-447E-8B99-9C0B9CB6ADF1}" dt="2024-03-26T21:26:47.377" v="26" actId="1076"/>
          <ac:spMkLst>
            <pc:docMk/>
            <pc:sldMk cId="421842917" sldId="390"/>
            <ac:spMk id="19" creationId="{82CE68E2-5AD9-3EAC-9B98-E27DF034C31C}"/>
          </ac:spMkLst>
        </pc:spChg>
        <pc:spChg chg="mod">
          <ac:chgData name="Tirsi Prebibaj" userId="" providerId="" clId="Web-{3D7054F8-CD73-447E-8B99-9C0B9CB6ADF1}" dt="2024-03-26T21:26:47.392" v="27" actId="1076"/>
          <ac:spMkLst>
            <pc:docMk/>
            <pc:sldMk cId="421842917" sldId="390"/>
            <ac:spMk id="20" creationId="{E94F25B5-8896-DCF2-5D8D-6C0863BDD8A2}"/>
          </ac:spMkLst>
        </pc:spChg>
        <pc:spChg chg="mod">
          <ac:chgData name="Tirsi Prebibaj" userId="" providerId="" clId="Web-{3D7054F8-CD73-447E-8B99-9C0B9CB6ADF1}" dt="2024-03-26T21:26:47.392" v="28" actId="1076"/>
          <ac:spMkLst>
            <pc:docMk/>
            <pc:sldMk cId="421842917" sldId="390"/>
            <ac:spMk id="21" creationId="{C315FFCE-6406-2AEB-BCCB-CFD99F63516D}"/>
          </ac:spMkLst>
        </pc:spChg>
        <pc:grpChg chg="mod">
          <ac:chgData name="Tirsi Prebibaj" userId="" providerId="" clId="Web-{3D7054F8-CD73-447E-8B99-9C0B9CB6ADF1}" dt="2024-03-26T21:26:47.517" v="31" actId="1076"/>
          <ac:grpSpMkLst>
            <pc:docMk/>
            <pc:sldMk cId="421842917" sldId="390"/>
            <ac:grpSpMk id="9" creationId="{71B060B0-0F86-F198-80E9-398536B13CCA}"/>
          </ac:grpSpMkLst>
        </pc:grpChg>
        <pc:cxnChg chg="mod">
          <ac:chgData name="Tirsi Prebibaj" userId="" providerId="" clId="Web-{3D7054F8-CD73-447E-8B99-9C0B9CB6ADF1}" dt="2024-03-26T21:26:47.392" v="29" actId="1076"/>
          <ac:cxnSpMkLst>
            <pc:docMk/>
            <pc:sldMk cId="421842917" sldId="390"/>
            <ac:cxnSpMk id="6" creationId="{F4377BB4-A6DB-8BF1-F8A3-D0351E392ACF}"/>
          </ac:cxnSpMkLst>
        </pc:cxnChg>
        <pc:cxnChg chg="mod">
          <ac:chgData name="Tirsi Prebibaj" userId="" providerId="" clId="Web-{3D7054F8-CD73-447E-8B99-9C0B9CB6ADF1}" dt="2024-03-26T21:26:47.330" v="20" actId="1076"/>
          <ac:cxnSpMkLst>
            <pc:docMk/>
            <pc:sldMk cId="421842917" sldId="390"/>
            <ac:cxnSpMk id="13" creationId="{EC8510FD-E5E3-D785-0223-D846A1679DC5}"/>
          </ac:cxnSpMkLst>
        </pc:cxnChg>
        <pc:cxnChg chg="mod">
          <ac:chgData name="Tirsi Prebibaj" userId="" providerId="" clId="Web-{3D7054F8-CD73-447E-8B99-9C0B9CB6ADF1}" dt="2024-03-26T21:26:47.346" v="21" actId="1076"/>
          <ac:cxnSpMkLst>
            <pc:docMk/>
            <pc:sldMk cId="421842917" sldId="390"/>
            <ac:cxnSpMk id="14" creationId="{4E1A0214-5DA1-B1C4-6B56-724A9F1C2293}"/>
          </ac:cxnSpMkLst>
        </pc:cxnChg>
      </pc:sldChg>
    </pc:docChg>
  </pc:docChgLst>
  <pc:docChgLst>
    <pc:chgData name="Tirsi Prebibaj" clId="Web-{36F1CF49-821C-4790-A391-E9573C123B71}"/>
    <pc:docChg chg="modSld">
      <pc:chgData name="Tirsi Prebibaj" userId="" providerId="" clId="Web-{36F1CF49-821C-4790-A391-E9573C123B71}" dt="2024-03-26T21:42:03.291" v="82" actId="20577"/>
      <pc:docMkLst>
        <pc:docMk/>
      </pc:docMkLst>
      <pc:sldChg chg="addSp delSp modSp">
        <pc:chgData name="Tirsi Prebibaj" userId="" providerId="" clId="Web-{36F1CF49-821C-4790-A391-E9573C123B71}" dt="2024-03-26T21:42:03.291" v="82" actId="20577"/>
        <pc:sldMkLst>
          <pc:docMk/>
          <pc:sldMk cId="4199460777" sldId="383"/>
        </pc:sldMkLst>
        <pc:spChg chg="mod">
          <ac:chgData name="Tirsi Prebibaj" userId="" providerId="" clId="Web-{36F1CF49-821C-4790-A391-E9573C123B71}" dt="2024-03-26T21:40:11.615" v="1" actId="1076"/>
          <ac:spMkLst>
            <pc:docMk/>
            <pc:sldMk cId="4199460777" sldId="383"/>
            <ac:spMk id="3" creationId="{B453A0E8-1D98-BF6A-CF4D-F1AF346003A5}"/>
          </ac:spMkLst>
        </pc:spChg>
        <pc:spChg chg="add del mod">
          <ac:chgData name="Tirsi Prebibaj" userId="" providerId="" clId="Web-{36F1CF49-821C-4790-A391-E9573C123B71}" dt="2024-03-26T21:41:49.619" v="80"/>
          <ac:spMkLst>
            <pc:docMk/>
            <pc:sldMk cId="4199460777" sldId="383"/>
            <ac:spMk id="10" creationId="{4334B3F2-5A73-DE10-042A-77428AE30577}"/>
          </ac:spMkLst>
        </pc:spChg>
        <pc:spChg chg="add mod">
          <ac:chgData name="Tirsi Prebibaj" userId="" providerId="" clId="Web-{36F1CF49-821C-4790-A391-E9573C123B71}" dt="2024-03-26T21:42:03.291" v="82" actId="20577"/>
          <ac:spMkLst>
            <pc:docMk/>
            <pc:sldMk cId="4199460777" sldId="383"/>
            <ac:spMk id="11" creationId="{DB65837A-EB64-164C-B3BE-05B7FF1CB859}"/>
          </ac:spMkLst>
        </pc:spChg>
        <pc:spChg chg="mod">
          <ac:chgData name="Tirsi Prebibaj" userId="" providerId="" clId="Web-{36F1CF49-821C-4790-A391-E9573C123B71}" dt="2024-03-26T21:40:19.100" v="3" actId="1076"/>
          <ac:spMkLst>
            <pc:docMk/>
            <pc:sldMk cId="4199460777" sldId="383"/>
            <ac:spMk id="12" creationId="{6BB8C50C-F41B-81EA-7101-4F7BDB29217D}"/>
          </ac:spMkLst>
        </pc:spChg>
        <pc:grpChg chg="mod">
          <ac:chgData name="Tirsi Prebibaj" userId="" providerId="" clId="Web-{36F1CF49-821C-4790-A391-E9573C123B71}" dt="2024-03-26T21:40:14.490" v="2" actId="1076"/>
          <ac:grpSpMkLst>
            <pc:docMk/>
            <pc:sldMk cId="4199460777" sldId="383"/>
            <ac:grpSpMk id="4" creationId="{7BB2485D-D55F-2A15-36D0-B3E64BEA8B78}"/>
          </ac:grpSpMkLst>
        </pc:grpChg>
      </pc:sldChg>
    </pc:docChg>
  </pc:docChgLst>
  <pc:docChgLst>
    <pc:chgData name="Tirsi Prebibaj" clId="Web-{37FB1E31-E824-45CC-A363-AB1E6293BCCC}"/>
    <pc:docChg chg="modSld">
      <pc:chgData name="Tirsi Prebibaj" userId="" providerId="" clId="Web-{37FB1E31-E824-45CC-A363-AB1E6293BCCC}" dt="2024-03-25T16:25:19.647" v="8"/>
      <pc:docMkLst>
        <pc:docMk/>
      </pc:docMkLst>
      <pc:sldChg chg="addSp delSp modSp addAnim delAnim modAnim">
        <pc:chgData name="Tirsi Prebibaj" userId="" providerId="" clId="Web-{37FB1E31-E824-45CC-A363-AB1E6293BCCC}" dt="2024-03-25T16:25:19.647" v="8"/>
        <pc:sldMkLst>
          <pc:docMk/>
          <pc:sldMk cId="538447202" sldId="393"/>
        </pc:sldMkLst>
        <pc:picChg chg="add mod">
          <ac:chgData name="Tirsi Prebibaj" userId="" providerId="" clId="Web-{37FB1E31-E824-45CC-A363-AB1E6293BCCC}" dt="2024-03-25T16:24:49.381" v="5" actId="1076"/>
          <ac:picMkLst>
            <pc:docMk/>
            <pc:sldMk cId="538447202" sldId="393"/>
            <ac:picMk id="4" creationId="{492AD032-F54C-738B-1BF4-795FCDC19DDF}"/>
          </ac:picMkLst>
        </pc:picChg>
        <pc:picChg chg="del">
          <ac:chgData name="Tirsi Prebibaj" userId="" providerId="" clId="Web-{37FB1E31-E824-45CC-A363-AB1E6293BCCC}" dt="2024-03-25T16:24:23.192" v="0"/>
          <ac:picMkLst>
            <pc:docMk/>
            <pc:sldMk cId="538447202" sldId="393"/>
            <ac:picMk id="12" creationId="{479AF20A-79E7-0339-D3C2-21E4DD28741C}"/>
          </ac:picMkLst>
        </pc:picChg>
      </pc:sldChg>
    </pc:docChg>
  </pc:docChgLst>
  <pc:docChgLst>
    <pc:chgData name="Tirsi Prebibaj" clId="Web-{9351F5E3-3B21-4633-AB1A-BE011FE88889}"/>
    <pc:docChg chg="modSld">
      <pc:chgData name="Tirsi Prebibaj" userId="" providerId="" clId="Web-{9351F5E3-3B21-4633-AB1A-BE011FE88889}" dt="2024-03-25T14:03:14.453" v="1" actId="14100"/>
      <pc:docMkLst>
        <pc:docMk/>
      </pc:docMkLst>
      <pc:sldChg chg="modSp">
        <pc:chgData name="Tirsi Prebibaj" userId="" providerId="" clId="Web-{9351F5E3-3B21-4633-AB1A-BE011FE88889}" dt="2024-03-25T14:03:14.453" v="1" actId="14100"/>
        <pc:sldMkLst>
          <pc:docMk/>
          <pc:sldMk cId="3319552554" sldId="375"/>
        </pc:sldMkLst>
        <pc:spChg chg="mod">
          <ac:chgData name="Tirsi Prebibaj" userId="" providerId="" clId="Web-{9351F5E3-3B21-4633-AB1A-BE011FE88889}" dt="2024-03-25T14:03:14.453" v="1" actId="14100"/>
          <ac:spMkLst>
            <pc:docMk/>
            <pc:sldMk cId="3319552554" sldId="375"/>
            <ac:spMk id="17" creationId="{BCBBABDE-1579-D570-EFC3-B236739116BF}"/>
          </ac:spMkLst>
        </pc:spChg>
      </pc:sldChg>
    </pc:docChg>
  </pc:docChgLst>
  <pc:docChgLst>
    <pc:chgData name="Tirsi Prebibaj" clId="Web-{027DA27F-F3A0-411B-9E4B-7FE3ACE9AECC}"/>
    <pc:docChg chg="modSld">
      <pc:chgData name="Tirsi Prebibaj" userId="" providerId="" clId="Web-{027DA27F-F3A0-411B-9E4B-7FE3ACE9AECC}" dt="2024-03-20T14:31:02.258" v="76"/>
      <pc:docMkLst>
        <pc:docMk/>
      </pc:docMkLst>
      <pc:sldChg chg="modNotes">
        <pc:chgData name="Tirsi Prebibaj" userId="" providerId="" clId="Web-{027DA27F-F3A0-411B-9E4B-7FE3ACE9AECC}" dt="2024-03-20T14:31:02.258" v="76"/>
        <pc:sldMkLst>
          <pc:docMk/>
          <pc:sldMk cId="2587703621" sldId="373"/>
        </pc:sldMkLst>
      </pc:sldChg>
    </pc:docChg>
  </pc:docChgLst>
  <pc:docChgLst>
    <pc:chgData name="Tirsi Prebibaj" clId="Web-{CC0D6CA0-42B9-4388-942F-0B36CE6BA1DB}"/>
    <pc:docChg chg="delSld modSld modSection">
      <pc:chgData name="Tirsi Prebibaj" userId="" providerId="" clId="Web-{CC0D6CA0-42B9-4388-942F-0B36CE6BA1DB}" dt="2024-03-25T13:53:25.594" v="35" actId="14100"/>
      <pc:docMkLst>
        <pc:docMk/>
      </pc:docMkLst>
      <pc:sldChg chg="del">
        <pc:chgData name="Tirsi Prebibaj" userId="" providerId="" clId="Web-{CC0D6CA0-42B9-4388-942F-0B36CE6BA1DB}" dt="2024-03-25T13:49:21.382" v="15"/>
        <pc:sldMkLst>
          <pc:docMk/>
          <pc:sldMk cId="416283928" sldId="326"/>
        </pc:sldMkLst>
      </pc:sldChg>
      <pc:sldChg chg="modSp">
        <pc:chgData name="Tirsi Prebibaj" userId="" providerId="" clId="Web-{CC0D6CA0-42B9-4388-942F-0B36CE6BA1DB}" dt="2024-03-25T13:53:25.594" v="35" actId="14100"/>
        <pc:sldMkLst>
          <pc:docMk/>
          <pc:sldMk cId="260791214" sldId="341"/>
        </pc:sldMkLst>
        <pc:spChg chg="mod">
          <ac:chgData name="Tirsi Prebibaj" userId="" providerId="" clId="Web-{CC0D6CA0-42B9-4388-942F-0B36CE6BA1DB}" dt="2024-03-25T13:53:25.594" v="35" actId="14100"/>
          <ac:spMkLst>
            <pc:docMk/>
            <pc:sldMk cId="260791214" sldId="341"/>
            <ac:spMk id="7" creationId="{21D57FAA-91C4-E564-1A29-10526A877500}"/>
          </ac:spMkLst>
        </pc:spChg>
      </pc:sldChg>
      <pc:sldChg chg="modSp">
        <pc:chgData name="Tirsi Prebibaj" userId="" providerId="" clId="Web-{CC0D6CA0-42B9-4388-942F-0B36CE6BA1DB}" dt="2024-03-25T13:48:45.115" v="12" actId="20577"/>
        <pc:sldMkLst>
          <pc:docMk/>
          <pc:sldMk cId="3375492407" sldId="370"/>
        </pc:sldMkLst>
        <pc:spChg chg="mod">
          <ac:chgData name="Tirsi Prebibaj" userId="" providerId="" clId="Web-{CC0D6CA0-42B9-4388-942F-0B36CE6BA1DB}" dt="2024-03-25T13:48:45.115" v="12" actId="20577"/>
          <ac:spMkLst>
            <pc:docMk/>
            <pc:sldMk cId="3375492407" sldId="370"/>
            <ac:spMk id="2" creationId="{10F98A94-B671-E78F-7F7E-B1DFF0ADEA9F}"/>
          </ac:spMkLst>
        </pc:spChg>
      </pc:sldChg>
      <pc:sldChg chg="modSp">
        <pc:chgData name="Tirsi Prebibaj" userId="" providerId="" clId="Web-{CC0D6CA0-42B9-4388-942F-0B36CE6BA1DB}" dt="2024-03-25T13:47:12.721" v="0" actId="1076"/>
        <pc:sldMkLst>
          <pc:docMk/>
          <pc:sldMk cId="2804093168" sldId="371"/>
        </pc:sldMkLst>
        <pc:spChg chg="mod">
          <ac:chgData name="Tirsi Prebibaj" userId="" providerId="" clId="Web-{CC0D6CA0-42B9-4388-942F-0B36CE6BA1DB}" dt="2024-03-25T13:47:12.721" v="0" actId="1076"/>
          <ac:spMkLst>
            <pc:docMk/>
            <pc:sldMk cId="2804093168" sldId="371"/>
            <ac:spMk id="6" creationId="{1C266E16-27F0-8FA8-1848-B9C0B818E052}"/>
          </ac:spMkLst>
        </pc:spChg>
      </pc:sldChg>
      <pc:sldChg chg="modSp">
        <pc:chgData name="Tirsi Prebibaj" userId="" providerId="" clId="Web-{CC0D6CA0-42B9-4388-942F-0B36CE6BA1DB}" dt="2024-03-25T13:48:38.552" v="8" actId="20577"/>
        <pc:sldMkLst>
          <pc:docMk/>
          <pc:sldMk cId="3319552554" sldId="375"/>
        </pc:sldMkLst>
        <pc:spChg chg="mod">
          <ac:chgData name="Tirsi Prebibaj" userId="" providerId="" clId="Web-{CC0D6CA0-42B9-4388-942F-0B36CE6BA1DB}" dt="2024-03-25T13:48:38.552" v="8" actId="20577"/>
          <ac:spMkLst>
            <pc:docMk/>
            <pc:sldMk cId="3319552554" sldId="375"/>
            <ac:spMk id="2" creationId="{10F98A94-B671-E78F-7F7E-B1DFF0ADEA9F}"/>
          </ac:spMkLst>
        </pc:spChg>
      </pc:sldChg>
      <pc:sldChg chg="modSp">
        <pc:chgData name="Tirsi Prebibaj" userId="" providerId="" clId="Web-{CC0D6CA0-42B9-4388-942F-0B36CE6BA1DB}" dt="2024-03-25T13:48:34.193" v="5" actId="20577"/>
        <pc:sldMkLst>
          <pc:docMk/>
          <pc:sldMk cId="2267497006" sldId="382"/>
        </pc:sldMkLst>
        <pc:spChg chg="mod">
          <ac:chgData name="Tirsi Prebibaj" userId="" providerId="" clId="Web-{CC0D6CA0-42B9-4388-942F-0B36CE6BA1DB}" dt="2024-03-25T13:48:34.193" v="5" actId="20577"/>
          <ac:spMkLst>
            <pc:docMk/>
            <pc:sldMk cId="2267497006" sldId="382"/>
            <ac:spMk id="2" creationId="{B063E45E-6CAD-4A88-0662-596454D3B6AE}"/>
          </ac:spMkLst>
        </pc:spChg>
      </pc:sldChg>
      <pc:sldChg chg="modSp">
        <pc:chgData name="Tirsi Prebibaj" userId="" providerId="" clId="Web-{CC0D6CA0-42B9-4388-942F-0B36CE6BA1DB}" dt="2024-03-25T13:48:48.600" v="14" actId="20577"/>
        <pc:sldMkLst>
          <pc:docMk/>
          <pc:sldMk cId="4199460777" sldId="383"/>
        </pc:sldMkLst>
        <pc:spChg chg="mod">
          <ac:chgData name="Tirsi Prebibaj" userId="" providerId="" clId="Web-{CC0D6CA0-42B9-4388-942F-0B36CE6BA1DB}" dt="2024-03-25T13:48:48.600" v="14" actId="20577"/>
          <ac:spMkLst>
            <pc:docMk/>
            <pc:sldMk cId="4199460777" sldId="383"/>
            <ac:spMk id="2" creationId="{15410C5A-137D-C18F-ED60-010A864C5F0E}"/>
          </ac:spMkLst>
        </pc:spChg>
        <pc:spChg chg="mod">
          <ac:chgData name="Tirsi Prebibaj" userId="" providerId="" clId="Web-{CC0D6CA0-42B9-4388-942F-0B36CE6BA1DB}" dt="2024-03-25T13:47:22.487" v="1" actId="1076"/>
          <ac:spMkLst>
            <pc:docMk/>
            <pc:sldMk cId="4199460777" sldId="383"/>
            <ac:spMk id="12" creationId="{6BB8C50C-F41B-81EA-7101-4F7BDB29217D}"/>
          </ac:spMkLst>
        </pc:spChg>
      </pc:sldChg>
    </pc:docChg>
  </pc:docChgLst>
  <pc:docChgLst>
    <pc:chgData name="Tirsi Prebibaj" clId="Web-{4C612F72-29EB-4242-8019-E1F45CA2ECB1}"/>
    <pc:docChg chg="modSld">
      <pc:chgData name="Tirsi Prebibaj" userId="" providerId="" clId="Web-{4C612F72-29EB-4242-8019-E1F45CA2ECB1}" dt="2024-03-25T09:52:54.188" v="150"/>
      <pc:docMkLst>
        <pc:docMk/>
      </pc:docMkLst>
      <pc:sldChg chg="modNotes">
        <pc:chgData name="Tirsi Prebibaj" userId="" providerId="" clId="Web-{4C612F72-29EB-4242-8019-E1F45CA2ECB1}" dt="2024-03-25T09:52:54.188" v="150"/>
        <pc:sldMkLst>
          <pc:docMk/>
          <pc:sldMk cId="3375492407" sldId="370"/>
        </pc:sldMkLst>
      </pc:sldChg>
      <pc:sldChg chg="modNotes">
        <pc:chgData name="Tirsi Prebibaj" userId="" providerId="" clId="Web-{4C612F72-29EB-4242-8019-E1F45CA2ECB1}" dt="2024-03-25T09:49:19.401" v="112"/>
        <pc:sldMkLst>
          <pc:docMk/>
          <pc:sldMk cId="1170239364" sldId="374"/>
        </pc:sldMkLst>
      </pc:sldChg>
      <pc:sldChg chg="modNotes">
        <pc:chgData name="Tirsi Prebibaj" userId="" providerId="" clId="Web-{4C612F72-29EB-4242-8019-E1F45CA2ECB1}" dt="2024-03-25T09:48:28.727" v="69"/>
        <pc:sldMkLst>
          <pc:docMk/>
          <pc:sldMk cId="2125874709" sldId="380"/>
        </pc:sldMkLst>
      </pc:sldChg>
      <pc:sldChg chg="modNotes">
        <pc:chgData name="Tirsi Prebibaj" userId="" providerId="" clId="Web-{4C612F72-29EB-4242-8019-E1F45CA2ECB1}" dt="2024-03-25T09:50:53.622" v="143"/>
        <pc:sldMkLst>
          <pc:docMk/>
          <pc:sldMk cId="2267497006" sldId="382"/>
        </pc:sldMkLst>
      </pc:sldChg>
      <pc:sldChg chg="modNotes">
        <pc:chgData name="Tirsi Prebibaj" userId="" providerId="" clId="Web-{4C612F72-29EB-4242-8019-E1F45CA2ECB1}" dt="2024-03-25T09:41:40.669" v="12"/>
        <pc:sldMkLst>
          <pc:docMk/>
          <pc:sldMk cId="4199460777" sldId="383"/>
        </pc:sldMkLst>
      </pc:sldChg>
      <pc:sldChg chg="modNotes">
        <pc:chgData name="Tirsi Prebibaj" userId="" providerId="" clId="Web-{4C612F72-29EB-4242-8019-E1F45CA2ECB1}" dt="2024-03-25T09:47:25.382" v="47"/>
        <pc:sldMkLst>
          <pc:docMk/>
          <pc:sldMk cId="538447202" sldId="393"/>
        </pc:sldMkLst>
      </pc:sldChg>
    </pc:docChg>
  </pc:docChgLst>
  <pc:docChgLst>
    <pc:chgData name="Tirsi Prebibaj" clId="Web-{6A8C3FB9-6D8A-466D-B24E-5B2FB23A731E}"/>
    <pc:docChg chg="modSld">
      <pc:chgData name="Tirsi Prebibaj" userId="" providerId="" clId="Web-{6A8C3FB9-6D8A-466D-B24E-5B2FB23A731E}" dt="2024-03-25T14:00:22.542" v="0"/>
      <pc:docMkLst>
        <pc:docMk/>
      </pc:docMkLst>
      <pc:sldChg chg="modAnim">
        <pc:chgData name="Tirsi Prebibaj" userId="" providerId="" clId="Web-{6A8C3FB9-6D8A-466D-B24E-5B2FB23A731E}" dt="2024-03-25T14:00:22.542" v="0"/>
        <pc:sldMkLst>
          <pc:docMk/>
          <pc:sldMk cId="2125874709" sldId="380"/>
        </pc:sldMkLst>
      </pc:sldChg>
    </pc:docChg>
  </pc:docChgLst>
  <pc:docChgLst>
    <pc:chgData name="Tirsi Prebibaj" clId="Web-{8EBAAA4A-2E50-490A-B2D4-D2907DFEF4E6}"/>
    <pc:docChg chg="addSld modSld modSection">
      <pc:chgData name="Tirsi Prebibaj" userId="" providerId="" clId="Web-{8EBAAA4A-2E50-490A-B2D4-D2907DFEF4E6}" dt="2023-11-20T08:05:01.547" v="194" actId="1076"/>
      <pc:docMkLst>
        <pc:docMk/>
      </pc:docMkLst>
      <pc:sldChg chg="addSp delSp modSp add replId delAnim">
        <pc:chgData name="Tirsi Prebibaj" userId="" providerId="" clId="Web-{8EBAAA4A-2E50-490A-B2D4-D2907DFEF4E6}" dt="2023-11-20T07:57:46.672" v="59" actId="1076"/>
        <pc:sldMkLst>
          <pc:docMk/>
          <pc:sldMk cId="3628014362" sldId="325"/>
        </pc:sldMkLst>
        <pc:spChg chg="mod">
          <ac:chgData name="Tirsi Prebibaj" userId="" providerId="" clId="Web-{8EBAAA4A-2E50-490A-B2D4-D2907DFEF4E6}" dt="2023-11-20T07:54:34.790" v="29" actId="20577"/>
          <ac:spMkLst>
            <pc:docMk/>
            <pc:sldMk cId="3628014362" sldId="325"/>
            <ac:spMk id="2" creationId="{9D6BE298-9D10-8777-E4CC-A0F2A5863D0B}"/>
          </ac:spMkLst>
        </pc:spChg>
        <pc:spChg chg="del">
          <ac:chgData name="Tirsi Prebibaj" userId="" providerId="" clId="Web-{8EBAAA4A-2E50-490A-B2D4-D2907DFEF4E6}" dt="2023-11-20T07:54:25.571" v="19"/>
          <ac:spMkLst>
            <pc:docMk/>
            <pc:sldMk cId="3628014362" sldId="325"/>
            <ac:spMk id="6" creationId="{14E66D50-731A-D448-B997-A22784850684}"/>
          </ac:spMkLst>
        </pc:spChg>
        <pc:spChg chg="del mod">
          <ac:chgData name="Tirsi Prebibaj" userId="" providerId="" clId="Web-{8EBAAA4A-2E50-490A-B2D4-D2907DFEF4E6}" dt="2023-11-20T07:57:22.827" v="54"/>
          <ac:spMkLst>
            <pc:docMk/>
            <pc:sldMk cId="3628014362" sldId="325"/>
            <ac:spMk id="8" creationId="{5A796F96-0BCC-25C8-535B-5E1F35601B03}"/>
          </ac:spMkLst>
        </pc:spChg>
        <pc:spChg chg="del">
          <ac:chgData name="Tirsi Prebibaj" userId="" providerId="" clId="Web-{8EBAAA4A-2E50-490A-B2D4-D2907DFEF4E6}" dt="2023-11-20T07:54:18.227" v="4"/>
          <ac:spMkLst>
            <pc:docMk/>
            <pc:sldMk cId="3628014362" sldId="325"/>
            <ac:spMk id="35" creationId="{4C2E098F-6A24-5DF8-EC35-F86358A3D446}"/>
          </ac:spMkLst>
        </pc:spChg>
        <pc:spChg chg="del">
          <ac:chgData name="Tirsi Prebibaj" userId="" providerId="" clId="Web-{8EBAAA4A-2E50-490A-B2D4-D2907DFEF4E6}" dt="2023-11-20T07:54:20.868" v="13"/>
          <ac:spMkLst>
            <pc:docMk/>
            <pc:sldMk cId="3628014362" sldId="325"/>
            <ac:spMk id="36" creationId="{34DB538A-E84E-8CD1-32A7-4D97F3F370FD}"/>
          </ac:spMkLst>
        </pc:spChg>
        <pc:spChg chg="del">
          <ac:chgData name="Tirsi Prebibaj" userId="" providerId="" clId="Web-{8EBAAA4A-2E50-490A-B2D4-D2907DFEF4E6}" dt="2023-11-20T07:54:18.227" v="3"/>
          <ac:spMkLst>
            <pc:docMk/>
            <pc:sldMk cId="3628014362" sldId="325"/>
            <ac:spMk id="41" creationId="{DCCB79E4-DAFE-DDD5-EDFD-3315F81C3153}"/>
          </ac:spMkLst>
        </pc:spChg>
        <pc:spChg chg="del">
          <ac:chgData name="Tirsi Prebibaj" userId="" providerId="" clId="Web-{8EBAAA4A-2E50-490A-B2D4-D2907DFEF4E6}" dt="2023-11-20T07:54:18.227" v="2"/>
          <ac:spMkLst>
            <pc:docMk/>
            <pc:sldMk cId="3628014362" sldId="325"/>
            <ac:spMk id="45" creationId="{7DC1C9D8-EC2F-AA6A-A7F4-843D5F909498}"/>
          </ac:spMkLst>
        </pc:spChg>
        <pc:spChg chg="del">
          <ac:chgData name="Tirsi Prebibaj" userId="" providerId="" clId="Web-{8EBAAA4A-2E50-490A-B2D4-D2907DFEF4E6}" dt="2023-11-20T07:54:20.868" v="10"/>
          <ac:spMkLst>
            <pc:docMk/>
            <pc:sldMk cId="3628014362" sldId="325"/>
            <ac:spMk id="49" creationId="{3776BF98-16E7-1BDB-7A04-59217C72E48B}"/>
          </ac:spMkLst>
        </pc:spChg>
        <pc:spChg chg="del">
          <ac:chgData name="Tirsi Prebibaj" userId="" providerId="" clId="Web-{8EBAAA4A-2E50-490A-B2D4-D2907DFEF4E6}" dt="2023-11-20T07:54:20.868" v="9"/>
          <ac:spMkLst>
            <pc:docMk/>
            <pc:sldMk cId="3628014362" sldId="325"/>
            <ac:spMk id="50" creationId="{A3CA02A3-248C-2E85-18F1-A41527CA2793}"/>
          </ac:spMkLst>
        </pc:spChg>
        <pc:spChg chg="del">
          <ac:chgData name="Tirsi Prebibaj" userId="" providerId="" clId="Web-{8EBAAA4A-2E50-490A-B2D4-D2907DFEF4E6}" dt="2023-11-20T07:54:18.227" v="1"/>
          <ac:spMkLst>
            <pc:docMk/>
            <pc:sldMk cId="3628014362" sldId="325"/>
            <ac:spMk id="53" creationId="{D6E832D1-715E-F729-3786-8A1CB13456A2}"/>
          </ac:spMkLst>
        </pc:spChg>
        <pc:spChg chg="del">
          <ac:chgData name="Tirsi Prebibaj" userId="" providerId="" clId="Web-{8EBAAA4A-2E50-490A-B2D4-D2907DFEF4E6}" dt="2023-11-20T07:54:23.384" v="15"/>
          <ac:spMkLst>
            <pc:docMk/>
            <pc:sldMk cId="3628014362" sldId="325"/>
            <ac:spMk id="57" creationId="{4CFE3E5B-538F-67B5-DAB2-AEB0A06F45AA}"/>
          </ac:spMkLst>
        </pc:spChg>
        <pc:picChg chg="add mod">
          <ac:chgData name="Tirsi Prebibaj" userId="" providerId="" clId="Web-{8EBAAA4A-2E50-490A-B2D4-D2907DFEF4E6}" dt="2023-11-20T07:55:45.793" v="37" actId="14100"/>
          <ac:picMkLst>
            <pc:docMk/>
            <pc:sldMk cId="3628014362" sldId="325"/>
            <ac:picMk id="3" creationId="{80C73141-FA60-CF3E-D0B8-727ABCF35BDA}"/>
          </ac:picMkLst>
        </pc:picChg>
        <pc:picChg chg="del">
          <ac:chgData name="Tirsi Prebibaj" userId="" providerId="" clId="Web-{8EBAAA4A-2E50-490A-B2D4-D2907DFEF4E6}" dt="2023-11-20T07:54:25.571" v="18"/>
          <ac:picMkLst>
            <pc:docMk/>
            <pc:sldMk cId="3628014362" sldId="325"/>
            <ac:picMk id="9" creationId="{9853F10A-A0CE-81C4-856E-7E873B58F6B1}"/>
          </ac:picMkLst>
        </pc:picChg>
        <pc:picChg chg="add mod">
          <ac:chgData name="Tirsi Prebibaj" userId="" providerId="" clId="Web-{8EBAAA4A-2E50-490A-B2D4-D2907DFEF4E6}" dt="2023-11-20T07:56:00.809" v="41" actId="1076"/>
          <ac:picMkLst>
            <pc:docMk/>
            <pc:sldMk cId="3628014362" sldId="325"/>
            <ac:picMk id="10" creationId="{1648ED61-1606-EFF2-644C-BEA12131734A}"/>
          </ac:picMkLst>
        </pc:picChg>
        <pc:picChg chg="add mod">
          <ac:chgData name="Tirsi Prebibaj" userId="" providerId="" clId="Web-{8EBAAA4A-2E50-490A-B2D4-D2907DFEF4E6}" dt="2023-11-20T07:56:35.841" v="46" actId="14100"/>
          <ac:picMkLst>
            <pc:docMk/>
            <pc:sldMk cId="3628014362" sldId="325"/>
            <ac:picMk id="11" creationId="{2D98C85F-64D5-BCCC-A890-B1007368BC79}"/>
          </ac:picMkLst>
        </pc:picChg>
        <pc:picChg chg="add mod">
          <ac:chgData name="Tirsi Prebibaj" userId="" providerId="" clId="Web-{8EBAAA4A-2E50-490A-B2D4-D2907DFEF4E6}" dt="2023-11-20T07:57:16.624" v="52" actId="1076"/>
          <ac:picMkLst>
            <pc:docMk/>
            <pc:sldMk cId="3628014362" sldId="325"/>
            <ac:picMk id="12" creationId="{C7E4A0A1-930C-4F04-4255-2B42A96BEFC8}"/>
          </ac:picMkLst>
        </pc:picChg>
        <pc:picChg chg="add mod">
          <ac:chgData name="Tirsi Prebibaj" userId="" providerId="" clId="Web-{8EBAAA4A-2E50-490A-B2D4-D2907DFEF4E6}" dt="2023-11-20T07:57:46.672" v="59" actId="1076"/>
          <ac:picMkLst>
            <pc:docMk/>
            <pc:sldMk cId="3628014362" sldId="325"/>
            <ac:picMk id="13" creationId="{314C6C95-ADEB-1B38-7DC1-FD73D393788D}"/>
          </ac:picMkLst>
        </pc:picChg>
        <pc:cxnChg chg="del">
          <ac:chgData name="Tirsi Prebibaj" userId="" providerId="" clId="Web-{8EBAAA4A-2E50-490A-B2D4-D2907DFEF4E6}" dt="2023-11-20T07:54:20.868" v="14"/>
          <ac:cxnSpMkLst>
            <pc:docMk/>
            <pc:sldMk cId="3628014362" sldId="325"/>
            <ac:cxnSpMk id="27" creationId="{BCFFE4FF-B92B-03EC-431E-76B1EF8F3AD0}"/>
          </ac:cxnSpMkLst>
        </pc:cxnChg>
        <pc:cxnChg chg="del">
          <ac:chgData name="Tirsi Prebibaj" userId="" providerId="" clId="Web-{8EBAAA4A-2E50-490A-B2D4-D2907DFEF4E6}" dt="2023-11-20T07:54:18.227" v="8"/>
          <ac:cxnSpMkLst>
            <pc:docMk/>
            <pc:sldMk cId="3628014362" sldId="325"/>
            <ac:cxnSpMk id="28" creationId="{2706DB59-4010-AA5D-993D-6596988C8590}"/>
          </ac:cxnSpMkLst>
        </pc:cxnChg>
        <pc:cxnChg chg="del">
          <ac:chgData name="Tirsi Prebibaj" userId="" providerId="" clId="Web-{8EBAAA4A-2E50-490A-B2D4-D2907DFEF4E6}" dt="2023-11-20T07:54:18.227" v="7"/>
          <ac:cxnSpMkLst>
            <pc:docMk/>
            <pc:sldMk cId="3628014362" sldId="325"/>
            <ac:cxnSpMk id="29" creationId="{A9122175-2464-EC24-6B75-24BC18486251}"/>
          </ac:cxnSpMkLst>
        </pc:cxnChg>
        <pc:cxnChg chg="del">
          <ac:chgData name="Tirsi Prebibaj" userId="" providerId="" clId="Web-{8EBAAA4A-2E50-490A-B2D4-D2907DFEF4E6}" dt="2023-11-20T07:54:18.227" v="6"/>
          <ac:cxnSpMkLst>
            <pc:docMk/>
            <pc:sldMk cId="3628014362" sldId="325"/>
            <ac:cxnSpMk id="30" creationId="{E55FD954-9627-E8B9-FEED-25FFA64693C3}"/>
          </ac:cxnSpMkLst>
        </pc:cxnChg>
        <pc:cxnChg chg="del">
          <ac:chgData name="Tirsi Prebibaj" userId="" providerId="" clId="Web-{8EBAAA4A-2E50-490A-B2D4-D2907DFEF4E6}" dt="2023-11-20T07:54:18.227" v="5"/>
          <ac:cxnSpMkLst>
            <pc:docMk/>
            <pc:sldMk cId="3628014362" sldId="325"/>
            <ac:cxnSpMk id="31" creationId="{2AE86165-F0E2-7850-2E63-8AE01EB190D0}"/>
          </ac:cxnSpMkLst>
        </pc:cxnChg>
        <pc:cxnChg chg="del">
          <ac:chgData name="Tirsi Prebibaj" userId="" providerId="" clId="Web-{8EBAAA4A-2E50-490A-B2D4-D2907DFEF4E6}" dt="2023-11-20T07:54:20.868" v="12"/>
          <ac:cxnSpMkLst>
            <pc:docMk/>
            <pc:sldMk cId="3628014362" sldId="325"/>
            <ac:cxnSpMk id="42" creationId="{AA39BFB8-C1F4-A697-9527-07E216CDE4E0}"/>
          </ac:cxnSpMkLst>
        </pc:cxnChg>
        <pc:cxnChg chg="del">
          <ac:chgData name="Tirsi Prebibaj" userId="" providerId="" clId="Web-{8EBAAA4A-2E50-490A-B2D4-D2907DFEF4E6}" dt="2023-11-20T07:54:23.399" v="17"/>
          <ac:cxnSpMkLst>
            <pc:docMk/>
            <pc:sldMk cId="3628014362" sldId="325"/>
            <ac:cxnSpMk id="43" creationId="{41FA2F4B-5D26-0C9C-A9A2-89783CAAA0BC}"/>
          </ac:cxnSpMkLst>
        </pc:cxnChg>
        <pc:cxnChg chg="del">
          <ac:chgData name="Tirsi Prebibaj" userId="" providerId="" clId="Web-{8EBAAA4A-2E50-490A-B2D4-D2907DFEF4E6}" dt="2023-11-20T07:54:20.868" v="11"/>
          <ac:cxnSpMkLst>
            <pc:docMk/>
            <pc:sldMk cId="3628014362" sldId="325"/>
            <ac:cxnSpMk id="46" creationId="{BFE80211-A139-F5E7-6659-DD40ADBB9D19}"/>
          </ac:cxnSpMkLst>
        </pc:cxnChg>
        <pc:cxnChg chg="del">
          <ac:chgData name="Tirsi Prebibaj" userId="" providerId="" clId="Web-{8EBAAA4A-2E50-490A-B2D4-D2907DFEF4E6}" dt="2023-11-20T07:54:23.399" v="16"/>
          <ac:cxnSpMkLst>
            <pc:docMk/>
            <pc:sldMk cId="3628014362" sldId="325"/>
            <ac:cxnSpMk id="55" creationId="{620E66DD-ED29-DE4D-990B-B9B4E6D4EE2B}"/>
          </ac:cxnSpMkLst>
        </pc:cxnChg>
      </pc:sldChg>
      <pc:sldChg chg="modSp new">
        <pc:chgData name="Tirsi Prebibaj" userId="" providerId="" clId="Web-{8EBAAA4A-2E50-490A-B2D4-D2907DFEF4E6}" dt="2023-11-20T07:56:45.342" v="48" actId="20577"/>
        <pc:sldMkLst>
          <pc:docMk/>
          <pc:sldMk cId="416283928" sldId="326"/>
        </pc:sldMkLst>
        <pc:spChg chg="mod">
          <ac:chgData name="Tirsi Prebibaj" userId="" providerId="" clId="Web-{8EBAAA4A-2E50-490A-B2D4-D2907DFEF4E6}" dt="2023-11-20T07:56:45.342" v="48" actId="20577"/>
          <ac:spMkLst>
            <pc:docMk/>
            <pc:sldMk cId="416283928" sldId="326"/>
            <ac:spMk id="3" creationId="{9B4EA87C-0E3F-B5F0-FD79-D2E343640951}"/>
          </ac:spMkLst>
        </pc:spChg>
      </pc:sldChg>
      <pc:sldChg chg="addSp delSp modSp new addAnim delAnim">
        <pc:chgData name="Tirsi Prebibaj" userId="" providerId="" clId="Web-{8EBAAA4A-2E50-490A-B2D4-D2907DFEF4E6}" dt="2023-11-20T08:05:01.547" v="194" actId="1076"/>
        <pc:sldMkLst>
          <pc:docMk/>
          <pc:sldMk cId="1100675199" sldId="327"/>
        </pc:sldMkLst>
        <pc:spChg chg="mod">
          <ac:chgData name="Tirsi Prebibaj" userId="" providerId="" clId="Web-{8EBAAA4A-2E50-490A-B2D4-D2907DFEF4E6}" dt="2023-11-20T07:58:01.766" v="64" actId="20577"/>
          <ac:spMkLst>
            <pc:docMk/>
            <pc:sldMk cId="1100675199" sldId="327"/>
            <ac:spMk id="2" creationId="{2D075689-02E7-8AED-8A62-B7C3D91FAC31}"/>
          </ac:spMkLst>
        </pc:spChg>
        <pc:spChg chg="del">
          <ac:chgData name="Tirsi Prebibaj" userId="" providerId="" clId="Web-{8EBAAA4A-2E50-490A-B2D4-D2907DFEF4E6}" dt="2023-11-20T07:57:58.125" v="62"/>
          <ac:spMkLst>
            <pc:docMk/>
            <pc:sldMk cId="1100675199" sldId="327"/>
            <ac:spMk id="3" creationId="{D6AE3DDD-88FF-F747-0390-A8ECC229A8EB}"/>
          </ac:spMkLst>
        </pc:spChg>
        <pc:spChg chg="del">
          <ac:chgData name="Tirsi Prebibaj" userId="" providerId="" clId="Web-{8EBAAA4A-2E50-490A-B2D4-D2907DFEF4E6}" dt="2023-11-20T07:57:58.125" v="61"/>
          <ac:spMkLst>
            <pc:docMk/>
            <pc:sldMk cId="1100675199" sldId="327"/>
            <ac:spMk id="4" creationId="{4CFEC7E4-002A-3C93-5F05-0CF877923AB1}"/>
          </ac:spMkLst>
        </pc:spChg>
        <pc:spChg chg="add del mod">
          <ac:chgData name="Tirsi Prebibaj" userId="" providerId="" clId="Web-{8EBAAA4A-2E50-490A-B2D4-D2907DFEF4E6}" dt="2023-11-20T07:58:15.767" v="68"/>
          <ac:spMkLst>
            <pc:docMk/>
            <pc:sldMk cId="1100675199" sldId="327"/>
            <ac:spMk id="7" creationId="{A42B22F5-699C-749D-FE2E-1F10401F99F7}"/>
          </ac:spMkLst>
        </pc:spChg>
        <pc:spChg chg="add mod">
          <ac:chgData name="Tirsi Prebibaj" userId="" providerId="" clId="Web-{8EBAAA4A-2E50-490A-B2D4-D2907DFEF4E6}" dt="2023-11-20T08:05:01.547" v="194" actId="1076"/>
          <ac:spMkLst>
            <pc:docMk/>
            <pc:sldMk cId="1100675199" sldId="327"/>
            <ac:spMk id="9" creationId="{BA6B0112-253C-D4C1-1021-8C07F8D11EC8}"/>
          </ac:spMkLst>
        </pc:spChg>
        <pc:picChg chg="add mod">
          <ac:chgData name="Tirsi Prebibaj" userId="" providerId="" clId="Web-{8EBAAA4A-2E50-490A-B2D4-D2907DFEF4E6}" dt="2023-11-20T08:00:26.084" v="106" actId="1076"/>
          <ac:picMkLst>
            <pc:docMk/>
            <pc:sldMk cId="1100675199" sldId="327"/>
            <ac:picMk id="10" creationId="{4D40A9BE-0A38-543F-F26A-E0F0EF70993F}"/>
          </ac:picMkLst>
        </pc:picChg>
      </pc:sldChg>
    </pc:docChg>
  </pc:docChgLst>
  <pc:docChgLst>
    <pc:chgData name="Tirsi Prebibaj" clId="Web-{1A9019A3-3119-4848-A44F-495F648B87E0}"/>
    <pc:docChg chg="modSld">
      <pc:chgData name="Tirsi Prebibaj" userId="" providerId="" clId="Web-{1A9019A3-3119-4848-A44F-495F648B87E0}" dt="2024-03-15T16:40:20.392" v="524" actId="20577"/>
      <pc:docMkLst>
        <pc:docMk/>
      </pc:docMkLst>
      <pc:sldChg chg="addSp delSp modSp">
        <pc:chgData name="Tirsi Prebibaj" userId="" providerId="" clId="Web-{1A9019A3-3119-4848-A44F-495F648B87E0}" dt="2024-03-15T16:40:20.392" v="524" actId="20577"/>
        <pc:sldMkLst>
          <pc:docMk/>
          <pc:sldMk cId="4069672305" sldId="362"/>
        </pc:sldMkLst>
        <pc:spChg chg="mod">
          <ac:chgData name="Tirsi Prebibaj" userId="" providerId="" clId="Web-{1A9019A3-3119-4848-A44F-495F648B87E0}" dt="2024-03-15T16:40:20.392" v="524" actId="20577"/>
          <ac:spMkLst>
            <pc:docMk/>
            <pc:sldMk cId="4069672305" sldId="362"/>
            <ac:spMk id="3" creationId="{51E4999B-6F1A-0519-0176-AC211CBFA6F2}"/>
          </ac:spMkLst>
        </pc:spChg>
        <pc:inkChg chg="add">
          <ac:chgData name="Tirsi Prebibaj" userId="" providerId="" clId="Web-{1A9019A3-3119-4848-A44F-495F648B87E0}" dt="2024-03-15T16:34:06.100" v="251"/>
          <ac:inkMkLst>
            <pc:docMk/>
            <pc:sldMk cId="4069672305" sldId="362"/>
            <ac:inkMk id="4" creationId="{DE9BC7A7-3E9A-4B07-361E-7ACD46AC9715}"/>
          </ac:inkMkLst>
        </pc:inkChg>
        <pc:inkChg chg="add del">
          <ac:chgData name="Tirsi Prebibaj" userId="" providerId="" clId="Web-{1A9019A3-3119-4848-A44F-495F648B87E0}" dt="2024-03-15T16:34:18.601" v="257"/>
          <ac:inkMkLst>
            <pc:docMk/>
            <pc:sldMk cId="4069672305" sldId="362"/>
            <ac:inkMk id="5" creationId="{D84A60E8-79D0-9A16-6B99-3F530D8853BC}"/>
          </ac:inkMkLst>
        </pc:inkChg>
        <pc:inkChg chg="add del">
          <ac:chgData name="Tirsi Prebibaj" userId="" providerId="" clId="Web-{1A9019A3-3119-4848-A44F-495F648B87E0}" dt="2024-03-15T16:34:16.054" v="256"/>
          <ac:inkMkLst>
            <pc:docMk/>
            <pc:sldMk cId="4069672305" sldId="362"/>
            <ac:inkMk id="6" creationId="{3F5637B0-8F20-22BA-7BAA-948498408B5B}"/>
          </ac:inkMkLst>
        </pc:inkChg>
        <pc:inkChg chg="add del">
          <ac:chgData name="Tirsi Prebibaj" userId="" providerId="" clId="Web-{1A9019A3-3119-4848-A44F-495F648B87E0}" dt="2024-03-15T16:34:12.991" v="255"/>
          <ac:inkMkLst>
            <pc:docMk/>
            <pc:sldMk cId="4069672305" sldId="362"/>
            <ac:inkMk id="7" creationId="{3DD7B363-B845-F412-5C2A-C015FB8992AF}"/>
          </ac:inkMkLst>
        </pc:inkChg>
      </pc:sldChg>
    </pc:docChg>
  </pc:docChgLst>
  <pc:docChgLst>
    <pc:chgData name="Tirsi Prebibaj" clId="Web-{0E385977-7273-495F-A3A2-6293A6B7F61C}"/>
    <pc:docChg chg="modSld">
      <pc:chgData name="Tirsi Prebibaj" userId="" providerId="" clId="Web-{0E385977-7273-495F-A3A2-6293A6B7F61C}" dt="2024-03-25T13:25:32.590" v="92"/>
      <pc:docMkLst>
        <pc:docMk/>
      </pc:docMkLst>
      <pc:sldChg chg="addSp delSp modSp">
        <pc:chgData name="Tirsi Prebibaj" userId="" providerId="" clId="Web-{0E385977-7273-495F-A3A2-6293A6B7F61C}" dt="2024-03-25T13:22:19.523" v="49" actId="20577"/>
        <pc:sldMkLst>
          <pc:docMk/>
          <pc:sldMk cId="3621187992" sldId="376"/>
        </pc:sldMkLst>
        <pc:spChg chg="add del mod">
          <ac:chgData name="Tirsi Prebibaj" userId="" providerId="" clId="Web-{0E385977-7273-495F-A3A2-6293A6B7F61C}" dt="2024-03-25T13:22:19.523" v="49" actId="20577"/>
          <ac:spMkLst>
            <pc:docMk/>
            <pc:sldMk cId="3621187992" sldId="376"/>
            <ac:spMk id="2" creationId="{10F98A94-B671-E78F-7F7E-B1DFF0ADEA9F}"/>
          </ac:spMkLst>
        </pc:spChg>
        <pc:spChg chg="add del mod">
          <ac:chgData name="Tirsi Prebibaj" userId="" providerId="" clId="Web-{0E385977-7273-495F-A3A2-6293A6B7F61C}" dt="2024-03-25T13:06:33.774" v="6"/>
          <ac:spMkLst>
            <pc:docMk/>
            <pc:sldMk cId="3621187992" sldId="376"/>
            <ac:spMk id="7" creationId="{7D3B1C3A-64C6-B26F-4EE2-B9BC1874A686}"/>
          </ac:spMkLst>
        </pc:spChg>
      </pc:sldChg>
      <pc:sldChg chg="modSp">
        <pc:chgData name="Tirsi Prebibaj" userId="" providerId="" clId="Web-{0E385977-7273-495F-A3A2-6293A6B7F61C}" dt="2024-03-25T12:57:22.065" v="4" actId="1076"/>
        <pc:sldMkLst>
          <pc:docMk/>
          <pc:sldMk cId="2125874709" sldId="380"/>
        </pc:sldMkLst>
        <pc:spChg chg="mod">
          <ac:chgData name="Tirsi Prebibaj" userId="" providerId="" clId="Web-{0E385977-7273-495F-A3A2-6293A6B7F61C}" dt="2024-03-25T12:57:22.065" v="4" actId="1076"/>
          <ac:spMkLst>
            <pc:docMk/>
            <pc:sldMk cId="2125874709" sldId="380"/>
            <ac:spMk id="4" creationId="{61BE83B8-225B-ED94-0CCF-7350C665C0D2}"/>
          </ac:spMkLst>
        </pc:spChg>
      </pc:sldChg>
      <pc:sldChg chg="addSp modSp addAnim delAnim modAnim modNotes">
        <pc:chgData name="Tirsi Prebibaj" userId="" providerId="" clId="Web-{0E385977-7273-495F-A3A2-6293A6B7F61C}" dt="2024-03-25T13:25:32.590" v="92"/>
        <pc:sldMkLst>
          <pc:docMk/>
          <pc:sldMk cId="421842917" sldId="390"/>
        </pc:sldMkLst>
        <pc:spChg chg="add mod">
          <ac:chgData name="Tirsi Prebibaj" userId="" providerId="" clId="Web-{0E385977-7273-495F-A3A2-6293A6B7F61C}" dt="2024-03-25T13:24:34.323" v="87" actId="1076"/>
          <ac:spMkLst>
            <pc:docMk/>
            <pc:sldMk cId="421842917" sldId="390"/>
            <ac:spMk id="8" creationId="{8728874B-5CD8-4995-B358-9AEBFF266D4B}"/>
          </ac:spMkLst>
        </pc:spChg>
        <pc:spChg chg="mod">
          <ac:chgData name="Tirsi Prebibaj" userId="" providerId="" clId="Web-{0E385977-7273-495F-A3A2-6293A6B7F61C}" dt="2024-03-25T13:24:00.104" v="83" actId="20577"/>
          <ac:spMkLst>
            <pc:docMk/>
            <pc:sldMk cId="421842917" sldId="390"/>
            <ac:spMk id="22" creationId="{B3CE1177-692D-2E4C-21D9-3F5B67EF5960}"/>
          </ac:spMkLst>
        </pc:spChg>
        <pc:cxnChg chg="add mod">
          <ac:chgData name="Tirsi Prebibaj" userId="" providerId="" clId="Web-{0E385977-7273-495F-A3A2-6293A6B7F61C}" dt="2024-03-25T13:24:34.307" v="86" actId="1076"/>
          <ac:cxnSpMkLst>
            <pc:docMk/>
            <pc:sldMk cId="421842917" sldId="390"/>
            <ac:cxnSpMk id="6" creationId="{F4377BB4-A6DB-8BF1-F8A3-D0351E392ACF}"/>
          </ac:cxnSpMkLst>
        </pc:cxnChg>
      </pc:sldChg>
      <pc:sldChg chg="addSp delSp">
        <pc:chgData name="Tirsi Prebibaj" userId="" providerId="" clId="Web-{0E385977-7273-495F-A3A2-6293A6B7F61C}" dt="2024-03-25T12:57:04.158" v="2"/>
        <pc:sldMkLst>
          <pc:docMk/>
          <pc:sldMk cId="3884587515" sldId="405"/>
        </pc:sldMkLst>
        <pc:spChg chg="add del">
          <ac:chgData name="Tirsi Prebibaj" userId="" providerId="" clId="Web-{0E385977-7273-495F-A3A2-6293A6B7F61C}" dt="2024-03-25T12:57:04.158" v="2"/>
          <ac:spMkLst>
            <pc:docMk/>
            <pc:sldMk cId="3884587515" sldId="405"/>
            <ac:spMk id="9" creationId="{23432A03-70D5-482D-1D35-FC109F0C6522}"/>
          </ac:spMkLst>
        </pc:spChg>
      </pc:sldChg>
    </pc:docChg>
  </pc:docChgLst>
  <pc:docChgLst>
    <pc:chgData name="Tirsi Prebibaj" clId="Web-{CC32C358-509C-4036-8E5A-4630C3B5BEC7}"/>
    <pc:docChg chg="modSld">
      <pc:chgData name="Tirsi Prebibaj" userId="" providerId="" clId="Web-{CC32C358-509C-4036-8E5A-4630C3B5BEC7}" dt="2024-03-27T14:19:50.828" v="28" actId="1076"/>
      <pc:docMkLst>
        <pc:docMk/>
      </pc:docMkLst>
      <pc:sldChg chg="addSp modSp">
        <pc:chgData name="Tirsi Prebibaj" userId="" providerId="" clId="Web-{CC32C358-509C-4036-8E5A-4630C3B5BEC7}" dt="2024-03-27T14:19:50.828" v="28" actId="1076"/>
        <pc:sldMkLst>
          <pc:docMk/>
          <pc:sldMk cId="2125874709" sldId="380"/>
        </pc:sldMkLst>
        <pc:spChg chg="add mod">
          <ac:chgData name="Tirsi Prebibaj" userId="" providerId="" clId="Web-{CC32C358-509C-4036-8E5A-4630C3B5BEC7}" dt="2024-03-27T14:19:50.828" v="28" actId="1076"/>
          <ac:spMkLst>
            <pc:docMk/>
            <pc:sldMk cId="2125874709" sldId="380"/>
            <ac:spMk id="7" creationId="{DCEA4BC2-611E-7307-A93B-22FBBE78E994}"/>
          </ac:spMkLst>
        </pc:spChg>
        <pc:picChg chg="mod">
          <ac:chgData name="Tirsi Prebibaj" userId="" providerId="" clId="Web-{CC32C358-509C-4036-8E5A-4630C3B5BEC7}" dt="2024-03-27T14:18:02.374" v="1" actId="1076"/>
          <ac:picMkLst>
            <pc:docMk/>
            <pc:sldMk cId="2125874709" sldId="380"/>
            <ac:picMk id="3" creationId="{A9BA9139-E293-59C4-E115-24091707F9F2}"/>
          </ac:picMkLst>
        </pc:picChg>
      </pc:sldChg>
    </pc:docChg>
  </pc:docChgLst>
  <pc:docChgLst>
    <pc:chgData name="Tirsi Prebibaj" clId="Web-{D1A48CBB-23F7-45A4-A0B5-A9AA1DBBC7A7}"/>
    <pc:docChg chg="addSld modSld modSection">
      <pc:chgData name="Tirsi Prebibaj" userId="" providerId="" clId="Web-{D1A48CBB-23F7-45A4-A0B5-A9AA1DBBC7A7}" dt="2023-11-14T13:32:02.959" v="318" actId="20577"/>
      <pc:docMkLst>
        <pc:docMk/>
      </pc:docMkLst>
      <pc:sldChg chg="modSp add">
        <pc:chgData name="Tirsi Prebibaj" userId="" providerId="" clId="Web-{D1A48CBB-23F7-45A4-A0B5-A9AA1DBBC7A7}" dt="2023-11-14T13:32:02.959" v="318" actId="20577"/>
        <pc:sldMkLst>
          <pc:docMk/>
          <pc:sldMk cId="2566097359" sldId="322"/>
        </pc:sldMkLst>
        <pc:spChg chg="mod">
          <ac:chgData name="Tirsi Prebibaj" userId="" providerId="" clId="Web-{D1A48CBB-23F7-45A4-A0B5-A9AA1DBBC7A7}" dt="2023-11-14T13:30:49.924" v="246" actId="20577"/>
          <ac:spMkLst>
            <pc:docMk/>
            <pc:sldMk cId="2566097359" sldId="322"/>
            <ac:spMk id="2" creationId="{ECFC04D1-56A0-E0B6-9195-89D4658A01AE}"/>
          </ac:spMkLst>
        </pc:spChg>
        <pc:spChg chg="mod">
          <ac:chgData name="Tirsi Prebibaj" userId="" providerId="" clId="Web-{D1A48CBB-23F7-45A4-A0B5-A9AA1DBBC7A7}" dt="2023-11-14T13:32:02.959" v="318" actId="20577"/>
          <ac:spMkLst>
            <pc:docMk/>
            <pc:sldMk cId="2566097359" sldId="322"/>
            <ac:spMk id="3" creationId="{51E4999B-6F1A-0519-0176-AC211CBFA6F2}"/>
          </ac:spMkLst>
        </pc:spChg>
      </pc:sldChg>
    </pc:docChg>
  </pc:docChgLst>
  <pc:docChgLst>
    <pc:chgData name="Tirsi Prebibaj" clId="Web-{A82CC6A1-1339-4527-BB53-034D5C13DFE3}"/>
    <pc:docChg chg="modSld">
      <pc:chgData name="Tirsi Prebibaj" userId="" providerId="" clId="Web-{A82CC6A1-1339-4527-BB53-034D5C13DFE3}" dt="2024-03-26T08:04:34.839" v="36" actId="14100"/>
      <pc:docMkLst>
        <pc:docMk/>
      </pc:docMkLst>
      <pc:sldChg chg="modSp">
        <pc:chgData name="Tirsi Prebibaj" userId="" providerId="" clId="Web-{A82CC6A1-1339-4527-BB53-034D5C13DFE3}" dt="2024-03-26T08:04:34.839" v="36" actId="14100"/>
        <pc:sldMkLst>
          <pc:docMk/>
          <pc:sldMk cId="260791214" sldId="341"/>
        </pc:sldMkLst>
        <pc:spChg chg="mod">
          <ac:chgData name="Tirsi Prebibaj" userId="" providerId="" clId="Web-{A82CC6A1-1339-4527-BB53-034D5C13DFE3}" dt="2024-03-26T08:04:34.839" v="36" actId="14100"/>
          <ac:spMkLst>
            <pc:docMk/>
            <pc:sldMk cId="260791214" sldId="341"/>
            <ac:spMk id="7" creationId="{21D57FAA-91C4-E564-1A29-10526A877500}"/>
          </ac:spMkLst>
        </pc:spChg>
      </pc:sldChg>
      <pc:sldChg chg="modSp">
        <pc:chgData name="Tirsi Prebibaj" userId="" providerId="" clId="Web-{A82CC6A1-1339-4527-BB53-034D5C13DFE3}" dt="2024-03-26T08:02:46.960" v="5" actId="20577"/>
        <pc:sldMkLst>
          <pc:docMk/>
          <pc:sldMk cId="3375492407" sldId="370"/>
        </pc:sldMkLst>
        <pc:spChg chg="mod">
          <ac:chgData name="Tirsi Prebibaj" userId="" providerId="" clId="Web-{A82CC6A1-1339-4527-BB53-034D5C13DFE3}" dt="2024-03-26T08:02:46.960" v="5" actId="20577"/>
          <ac:spMkLst>
            <pc:docMk/>
            <pc:sldMk cId="3375492407" sldId="370"/>
            <ac:spMk id="11" creationId="{4BA9BCD7-9238-556C-3696-2DFD18E3E8EC}"/>
          </ac:spMkLst>
        </pc:spChg>
      </pc:sldChg>
      <pc:sldChg chg="modSp">
        <pc:chgData name="Tirsi Prebibaj" userId="" providerId="" clId="Web-{A82CC6A1-1339-4527-BB53-034D5C13DFE3}" dt="2024-03-26T08:03:56.432" v="27" actId="1076"/>
        <pc:sldMkLst>
          <pc:docMk/>
          <pc:sldMk cId="2804093168" sldId="371"/>
        </pc:sldMkLst>
        <pc:spChg chg="mod">
          <ac:chgData name="Tirsi Prebibaj" userId="" providerId="" clId="Web-{A82CC6A1-1339-4527-BB53-034D5C13DFE3}" dt="2024-03-26T08:03:56.432" v="27" actId="1076"/>
          <ac:spMkLst>
            <pc:docMk/>
            <pc:sldMk cId="2804093168" sldId="371"/>
            <ac:spMk id="6" creationId="{1C266E16-27F0-8FA8-1848-B9C0B818E052}"/>
          </ac:spMkLst>
        </pc:spChg>
        <pc:spChg chg="mod">
          <ac:chgData name="Tirsi Prebibaj" userId="" providerId="" clId="Web-{A82CC6A1-1339-4527-BB53-034D5C13DFE3}" dt="2024-03-26T08:03:18.805" v="11" actId="1076"/>
          <ac:spMkLst>
            <pc:docMk/>
            <pc:sldMk cId="2804093168" sldId="371"/>
            <ac:spMk id="12" creationId="{09E0E883-2B23-7FA0-3F7C-7CDCCD780CD0}"/>
          </ac:spMkLst>
        </pc:spChg>
      </pc:sldChg>
      <pc:sldChg chg="modSp">
        <pc:chgData name="Tirsi Prebibaj" userId="" providerId="" clId="Web-{A82CC6A1-1339-4527-BB53-034D5C13DFE3}" dt="2024-03-26T08:01:21.754" v="2" actId="1076"/>
        <pc:sldMkLst>
          <pc:docMk/>
          <pc:sldMk cId="2125874709" sldId="380"/>
        </pc:sldMkLst>
        <pc:spChg chg="mod">
          <ac:chgData name="Tirsi Prebibaj" userId="" providerId="" clId="Web-{A82CC6A1-1339-4527-BB53-034D5C13DFE3}" dt="2024-03-26T08:01:21.754" v="2" actId="1076"/>
          <ac:spMkLst>
            <pc:docMk/>
            <pc:sldMk cId="2125874709" sldId="380"/>
            <ac:spMk id="10" creationId="{D5FF9641-B6FF-1AB0-F1EA-B346103E9EC9}"/>
          </ac:spMkLst>
        </pc:spChg>
      </pc:sldChg>
      <pc:sldChg chg="modSp">
        <pc:chgData name="Tirsi Prebibaj" userId="" providerId="" clId="Web-{A82CC6A1-1339-4527-BB53-034D5C13DFE3}" dt="2024-03-26T08:00:35.972" v="0" actId="1076"/>
        <pc:sldMkLst>
          <pc:docMk/>
          <pc:sldMk cId="421842917" sldId="390"/>
        </pc:sldMkLst>
        <pc:spChg chg="mod">
          <ac:chgData name="Tirsi Prebibaj" userId="" providerId="" clId="Web-{A82CC6A1-1339-4527-BB53-034D5C13DFE3}" dt="2024-03-26T08:00:35.972" v="0" actId="1076"/>
          <ac:spMkLst>
            <pc:docMk/>
            <pc:sldMk cId="421842917" sldId="390"/>
            <ac:spMk id="22" creationId="{B3CE1177-692D-2E4C-21D9-3F5B67EF5960}"/>
          </ac:spMkLst>
        </pc:spChg>
      </pc:sldChg>
      <pc:sldChg chg="modSp">
        <pc:chgData name="Tirsi Prebibaj" userId="" providerId="" clId="Web-{A82CC6A1-1339-4527-BB53-034D5C13DFE3}" dt="2024-03-26T08:01:11.238" v="1" actId="1076"/>
        <pc:sldMkLst>
          <pc:docMk/>
          <pc:sldMk cId="538447202" sldId="393"/>
        </pc:sldMkLst>
        <pc:picChg chg="mod">
          <ac:chgData name="Tirsi Prebibaj" userId="" providerId="" clId="Web-{A82CC6A1-1339-4527-BB53-034D5C13DFE3}" dt="2024-03-26T08:01:11.238" v="1" actId="1076"/>
          <ac:picMkLst>
            <pc:docMk/>
            <pc:sldMk cId="538447202" sldId="393"/>
            <ac:picMk id="1026" creationId="{21133679-95F9-CBB8-AF3B-05D3DE00BF01}"/>
          </ac:picMkLst>
        </pc:picChg>
      </pc:sldChg>
    </pc:docChg>
  </pc:docChgLst>
  <pc:docChgLst>
    <pc:chgData name="Tirsi Prebibaj" clId="Web-{849C7992-1738-4C2D-B2CF-6AE2550019CF}"/>
    <pc:docChg chg="modSld">
      <pc:chgData name="Tirsi Prebibaj" userId="" providerId="" clId="Web-{849C7992-1738-4C2D-B2CF-6AE2550019CF}" dt="2024-03-20T14:46:20.156" v="267"/>
      <pc:docMkLst>
        <pc:docMk/>
      </pc:docMkLst>
      <pc:sldChg chg="modNotes">
        <pc:chgData name="Tirsi Prebibaj" userId="" providerId="" clId="Web-{849C7992-1738-4C2D-B2CF-6AE2550019CF}" dt="2024-03-20T14:46:14.312" v="263"/>
        <pc:sldMkLst>
          <pc:docMk/>
          <pc:sldMk cId="1853143229" sldId="372"/>
        </pc:sldMkLst>
      </pc:sldChg>
      <pc:sldChg chg="modSp modNotes">
        <pc:chgData name="Tirsi Prebibaj" userId="" providerId="" clId="Web-{849C7992-1738-4C2D-B2CF-6AE2550019CF}" dt="2024-03-20T14:41:04.911" v="116" actId="20577"/>
        <pc:sldMkLst>
          <pc:docMk/>
          <pc:sldMk cId="1170239364" sldId="374"/>
        </pc:sldMkLst>
        <pc:spChg chg="mod">
          <ac:chgData name="Tirsi Prebibaj" userId="" providerId="" clId="Web-{849C7992-1738-4C2D-B2CF-6AE2550019CF}" dt="2024-03-20T14:41:04.911" v="116" actId="20577"/>
          <ac:spMkLst>
            <pc:docMk/>
            <pc:sldMk cId="1170239364" sldId="374"/>
            <ac:spMk id="10" creationId="{E5BB3781-89C2-95F9-9305-20E0D5BD31EA}"/>
          </ac:spMkLst>
        </pc:spChg>
      </pc:sldChg>
      <pc:sldChg chg="modNotes">
        <pc:chgData name="Tirsi Prebibaj" userId="" providerId="" clId="Web-{849C7992-1738-4C2D-B2CF-6AE2550019CF}" dt="2024-03-20T14:35:48.776" v="15"/>
        <pc:sldMkLst>
          <pc:docMk/>
          <pc:sldMk cId="2125874709" sldId="380"/>
        </pc:sldMkLst>
      </pc:sldChg>
      <pc:sldChg chg="modNotes">
        <pc:chgData name="Tirsi Prebibaj" userId="" providerId="" clId="Web-{849C7992-1738-4C2D-B2CF-6AE2550019CF}" dt="2024-03-20T14:38:48.141" v="84"/>
        <pc:sldMkLst>
          <pc:docMk/>
          <pc:sldMk cId="3185685663" sldId="381"/>
        </pc:sldMkLst>
      </pc:sldChg>
      <pc:sldChg chg="modNotes">
        <pc:chgData name="Tirsi Prebibaj" userId="" providerId="" clId="Web-{849C7992-1738-4C2D-B2CF-6AE2550019CF}" dt="2024-03-20T14:43:06.165" v="220"/>
        <pc:sldMkLst>
          <pc:docMk/>
          <pc:sldMk cId="2267497006" sldId="382"/>
        </pc:sldMkLst>
      </pc:sldChg>
      <pc:sldChg chg="modNotes">
        <pc:chgData name="Tirsi Prebibaj" userId="" providerId="" clId="Web-{849C7992-1738-4C2D-B2CF-6AE2550019CF}" dt="2024-03-20T14:44:55.825" v="239"/>
        <pc:sldMkLst>
          <pc:docMk/>
          <pc:sldMk cId="4199460777" sldId="383"/>
        </pc:sldMkLst>
      </pc:sldChg>
      <pc:sldChg chg="modNotes">
        <pc:chgData name="Tirsi Prebibaj" userId="" providerId="" clId="Web-{849C7992-1738-4C2D-B2CF-6AE2550019CF}" dt="2024-03-20T14:46:20.156" v="267"/>
        <pc:sldMkLst>
          <pc:docMk/>
          <pc:sldMk cId="3884587515" sldId="405"/>
        </pc:sldMkLst>
      </pc:sldChg>
    </pc:docChg>
  </pc:docChgLst>
  <pc:docChgLst>
    <pc:chgData name="Tirsi Prebibaj" clId="Web-{53D69064-9337-4492-9B0E-BD8629CB275D}"/>
    <pc:docChg chg="modSld">
      <pc:chgData name="Tirsi Prebibaj" userId="" providerId="" clId="Web-{53D69064-9337-4492-9B0E-BD8629CB275D}" dt="2024-03-25T09:05:45.855" v="1" actId="20577"/>
      <pc:docMkLst>
        <pc:docMk/>
      </pc:docMkLst>
      <pc:sldChg chg="modSp">
        <pc:chgData name="Tirsi Prebibaj" userId="" providerId="" clId="Web-{53D69064-9337-4492-9B0E-BD8629CB275D}" dt="2024-03-25T09:05:45.855" v="1" actId="20577"/>
        <pc:sldMkLst>
          <pc:docMk/>
          <pc:sldMk cId="2804093168" sldId="371"/>
        </pc:sldMkLst>
        <pc:spChg chg="mod">
          <ac:chgData name="Tirsi Prebibaj" userId="" providerId="" clId="Web-{53D69064-9337-4492-9B0E-BD8629CB275D}" dt="2024-03-25T09:05:45.855" v="1" actId="20577"/>
          <ac:spMkLst>
            <pc:docMk/>
            <pc:sldMk cId="2804093168" sldId="371"/>
            <ac:spMk id="2" creationId="{754A644B-0E71-3B25-655F-B10CEFF0489F}"/>
          </ac:spMkLst>
        </pc:spChg>
      </pc:sldChg>
    </pc:docChg>
  </pc:docChgLst>
  <pc:docChgLst>
    <pc:chgData name="Tirsi Prebibaj" userId="+GYLHarxZ+dPTLHn7NL7dVppsqJUwCwiKXJTVYlMKO0=" providerId="None" clId="Web-{2306F054-1CE9-4D49-BB9B-20431F6332F5}"/>
    <pc:docChg chg="modSld">
      <pc:chgData name="Tirsi Prebibaj" userId="+GYLHarxZ+dPTLHn7NL7dVppsqJUwCwiKXJTVYlMKO0=" providerId="None" clId="Web-{2306F054-1CE9-4D49-BB9B-20431F6332F5}" dt="2024-08-21T09:33:14.976" v="578" actId="20577"/>
      <pc:docMkLst>
        <pc:docMk/>
      </pc:docMkLst>
      <pc:sldChg chg="modSp">
        <pc:chgData name="Tirsi Prebibaj" userId="+GYLHarxZ+dPTLHn7NL7dVppsqJUwCwiKXJTVYlMKO0=" providerId="None" clId="Web-{2306F054-1CE9-4D49-BB9B-20431F6332F5}" dt="2024-08-21T08:21:55.376" v="3" actId="20577"/>
        <pc:sldMkLst>
          <pc:docMk/>
          <pc:sldMk cId="2587703621" sldId="373"/>
        </pc:sldMkLst>
        <pc:spChg chg="mod">
          <ac:chgData name="Tirsi Prebibaj" userId="+GYLHarxZ+dPTLHn7NL7dVppsqJUwCwiKXJTVYlMKO0=" providerId="None" clId="Web-{2306F054-1CE9-4D49-BB9B-20431F6332F5}" dt="2024-08-21T08:21:55.376" v="3" actId="20577"/>
          <ac:spMkLst>
            <pc:docMk/>
            <pc:sldMk cId="2587703621" sldId="373"/>
            <ac:spMk id="4" creationId="{0888391B-CAAB-8EDB-CA30-AF87F9533E97}"/>
          </ac:spMkLst>
        </pc:spChg>
      </pc:sldChg>
      <pc:sldChg chg="addSp delSp modSp addAnim delAnim">
        <pc:chgData name="Tirsi Prebibaj" userId="+GYLHarxZ+dPTLHn7NL7dVppsqJUwCwiKXJTVYlMKO0=" providerId="None" clId="Web-{2306F054-1CE9-4D49-BB9B-20431F6332F5}" dt="2024-08-21T09:16:48.569" v="568" actId="20577"/>
        <pc:sldMkLst>
          <pc:docMk/>
          <pc:sldMk cId="2267497006" sldId="382"/>
        </pc:sldMkLst>
        <pc:spChg chg="del mod">
          <ac:chgData name="Tirsi Prebibaj" userId="+GYLHarxZ+dPTLHn7NL7dVppsqJUwCwiKXJTVYlMKO0=" providerId="None" clId="Web-{2306F054-1CE9-4D49-BB9B-20431F6332F5}" dt="2024-08-21T08:45:11.960" v="224"/>
          <ac:spMkLst>
            <pc:docMk/>
            <pc:sldMk cId="2267497006" sldId="382"/>
            <ac:spMk id="3" creationId="{E49218B3-7CB0-BD29-F0D7-68492A1E58B0}"/>
          </ac:spMkLst>
        </pc:spChg>
        <pc:spChg chg="add mod">
          <ac:chgData name="Tirsi Prebibaj" userId="+GYLHarxZ+dPTLHn7NL7dVppsqJUwCwiKXJTVYlMKO0=" providerId="None" clId="Web-{2306F054-1CE9-4D49-BB9B-20431F6332F5}" dt="2024-08-21T09:16:48.569" v="568" actId="20577"/>
          <ac:spMkLst>
            <pc:docMk/>
            <pc:sldMk cId="2267497006" sldId="382"/>
            <ac:spMk id="8" creationId="{B1106D6D-2CD8-DC2D-AB09-6A539ACF12D4}"/>
          </ac:spMkLst>
        </pc:spChg>
        <pc:picChg chg="del">
          <ac:chgData name="Tirsi Prebibaj" userId="+GYLHarxZ+dPTLHn7NL7dVppsqJUwCwiKXJTVYlMKO0=" providerId="None" clId="Web-{2306F054-1CE9-4D49-BB9B-20431F6332F5}" dt="2024-08-21T09:04:48.858" v="378"/>
          <ac:picMkLst>
            <pc:docMk/>
            <pc:sldMk cId="2267497006" sldId="382"/>
            <ac:picMk id="9" creationId="{11C68AAE-6917-2D56-1658-A351C4166757}"/>
          </ac:picMkLst>
        </pc:picChg>
        <pc:picChg chg="add del mod">
          <ac:chgData name="Tirsi Prebibaj" userId="+GYLHarxZ+dPTLHn7NL7dVppsqJUwCwiKXJTVYlMKO0=" providerId="None" clId="Web-{2306F054-1CE9-4D49-BB9B-20431F6332F5}" dt="2024-08-21T09:05:56.704" v="387"/>
          <ac:picMkLst>
            <pc:docMk/>
            <pc:sldMk cId="2267497006" sldId="382"/>
            <ac:picMk id="10" creationId="{B686ED41-4A6F-ED3A-7C8B-8D803C8F85D5}"/>
          </ac:picMkLst>
        </pc:picChg>
        <pc:picChg chg="add del mod">
          <ac:chgData name="Tirsi Prebibaj" userId="+GYLHarxZ+dPTLHn7NL7dVppsqJUwCwiKXJTVYlMKO0=" providerId="None" clId="Web-{2306F054-1CE9-4D49-BB9B-20431F6332F5}" dt="2024-08-21T09:05:56.704" v="386"/>
          <ac:picMkLst>
            <pc:docMk/>
            <pc:sldMk cId="2267497006" sldId="382"/>
            <ac:picMk id="11" creationId="{4EA3EB64-DD70-F5DA-6A3B-416E41E0931A}"/>
          </ac:picMkLst>
        </pc:picChg>
        <pc:picChg chg="add del mod">
          <ac:chgData name="Tirsi Prebibaj" userId="+GYLHarxZ+dPTLHn7NL7dVppsqJUwCwiKXJTVYlMKO0=" providerId="None" clId="Web-{2306F054-1CE9-4D49-BB9B-20431F6332F5}" dt="2024-08-21T09:06:16.017" v="390"/>
          <ac:picMkLst>
            <pc:docMk/>
            <pc:sldMk cId="2267497006" sldId="382"/>
            <ac:picMk id="12" creationId="{A9290148-5917-1C86-9C86-D2A021EF1A74}"/>
          </ac:picMkLst>
        </pc:picChg>
        <pc:picChg chg="add del mod">
          <ac:chgData name="Tirsi Prebibaj" userId="+GYLHarxZ+dPTLHn7NL7dVppsqJUwCwiKXJTVYlMKO0=" providerId="None" clId="Web-{2306F054-1CE9-4D49-BB9B-20431F6332F5}" dt="2024-08-21T09:06:47.705" v="392"/>
          <ac:picMkLst>
            <pc:docMk/>
            <pc:sldMk cId="2267497006" sldId="382"/>
            <ac:picMk id="13" creationId="{85D6EC74-39F9-DC70-5F99-C172FA41C89C}"/>
          </ac:picMkLst>
        </pc:picChg>
        <pc:picChg chg="add mod">
          <ac:chgData name="Tirsi Prebibaj" userId="+GYLHarxZ+dPTLHn7NL7dVppsqJUwCwiKXJTVYlMKO0=" providerId="None" clId="Web-{2306F054-1CE9-4D49-BB9B-20431F6332F5}" dt="2024-08-21T09:08:04.849" v="400" actId="1076"/>
          <ac:picMkLst>
            <pc:docMk/>
            <pc:sldMk cId="2267497006" sldId="382"/>
            <ac:picMk id="14" creationId="{FBCCFFA1-BCBD-05AD-5A53-BCFAC208D959}"/>
          </ac:picMkLst>
        </pc:picChg>
        <pc:picChg chg="add mod">
          <ac:chgData name="Tirsi Prebibaj" userId="+GYLHarxZ+dPTLHn7NL7dVppsqJUwCwiKXJTVYlMKO0=" providerId="None" clId="Web-{2306F054-1CE9-4D49-BB9B-20431F6332F5}" dt="2024-08-21T09:08:07.286" v="401" actId="1076"/>
          <ac:picMkLst>
            <pc:docMk/>
            <pc:sldMk cId="2267497006" sldId="382"/>
            <ac:picMk id="15" creationId="{CD224E6D-9DCB-7C62-1BFA-8F790FC4AB66}"/>
          </ac:picMkLst>
        </pc:picChg>
      </pc:sldChg>
      <pc:sldChg chg="modSp">
        <pc:chgData name="Tirsi Prebibaj" userId="+GYLHarxZ+dPTLHn7NL7dVppsqJUwCwiKXJTVYlMKO0=" providerId="None" clId="Web-{2306F054-1CE9-4D49-BB9B-20431F6332F5}" dt="2024-08-21T09:18:03.931" v="570" actId="20577"/>
        <pc:sldMkLst>
          <pc:docMk/>
          <pc:sldMk cId="1225117229" sldId="424"/>
        </pc:sldMkLst>
        <pc:spChg chg="mod">
          <ac:chgData name="Tirsi Prebibaj" userId="+GYLHarxZ+dPTLHn7NL7dVppsqJUwCwiKXJTVYlMKO0=" providerId="None" clId="Web-{2306F054-1CE9-4D49-BB9B-20431F6332F5}" dt="2024-08-21T09:18:03.931" v="570" actId="20577"/>
          <ac:spMkLst>
            <pc:docMk/>
            <pc:sldMk cId="1225117229" sldId="424"/>
            <ac:spMk id="12" creationId="{014596F9-2D92-56D4-EDB0-3CAF899C905B}"/>
          </ac:spMkLst>
        </pc:spChg>
      </pc:sldChg>
      <pc:sldChg chg="addSp modSp">
        <pc:chgData name="Tirsi Prebibaj" userId="+GYLHarxZ+dPTLHn7NL7dVppsqJUwCwiKXJTVYlMKO0=" providerId="None" clId="Web-{2306F054-1CE9-4D49-BB9B-20431F6332F5}" dt="2024-08-21T09:33:14.976" v="578" actId="20577"/>
        <pc:sldMkLst>
          <pc:docMk/>
          <pc:sldMk cId="2678204404" sldId="425"/>
        </pc:sldMkLst>
        <pc:spChg chg="add mod">
          <ac:chgData name="Tirsi Prebibaj" userId="+GYLHarxZ+dPTLHn7NL7dVppsqJUwCwiKXJTVYlMKO0=" providerId="None" clId="Web-{2306F054-1CE9-4D49-BB9B-20431F6332F5}" dt="2024-08-21T09:33:14.976" v="578" actId="20577"/>
          <ac:spMkLst>
            <pc:docMk/>
            <pc:sldMk cId="2678204404" sldId="425"/>
            <ac:spMk id="4" creationId="{C568FC2B-72F8-67DA-9FBA-3E94E55201FA}"/>
          </ac:spMkLst>
        </pc:spChg>
      </pc:sldChg>
    </pc:docChg>
  </pc:docChgLst>
  <pc:docChgLst>
    <pc:chgData name="Tirsi Prebibaj" clId="Web-{D1D17819-7254-495D-A118-8BB3D4F7B368}"/>
    <pc:docChg chg="modSld">
      <pc:chgData name="Tirsi Prebibaj" userId="" providerId="" clId="Web-{D1D17819-7254-495D-A118-8BB3D4F7B368}" dt="2023-11-30T15:58:34.505" v="3" actId="1076"/>
      <pc:docMkLst>
        <pc:docMk/>
      </pc:docMkLst>
      <pc:sldChg chg="modSp">
        <pc:chgData name="Tirsi Prebibaj" userId="" providerId="" clId="Web-{D1D17819-7254-495D-A118-8BB3D4F7B368}" dt="2023-11-30T15:58:34.505" v="3" actId="1076"/>
        <pc:sldMkLst>
          <pc:docMk/>
          <pc:sldMk cId="3820674358" sldId="366"/>
        </pc:sldMkLst>
        <pc:spChg chg="mod">
          <ac:chgData name="Tirsi Prebibaj" userId="" providerId="" clId="Web-{D1D17819-7254-495D-A118-8BB3D4F7B368}" dt="2023-11-30T15:58:34.505" v="2" actId="1076"/>
          <ac:spMkLst>
            <pc:docMk/>
            <pc:sldMk cId="3820674358" sldId="366"/>
            <ac:spMk id="9" creationId="{251255C4-DC96-B063-1615-38F624D4D763}"/>
          </ac:spMkLst>
        </pc:spChg>
        <pc:picChg chg="mod">
          <ac:chgData name="Tirsi Prebibaj" userId="" providerId="" clId="Web-{D1D17819-7254-495D-A118-8BB3D4F7B368}" dt="2023-11-30T15:58:34.505" v="3" actId="1076"/>
          <ac:picMkLst>
            <pc:docMk/>
            <pc:sldMk cId="3820674358" sldId="366"/>
            <ac:picMk id="6" creationId="{6FB7E124-8229-9624-0A09-CA9F86A0750B}"/>
          </ac:picMkLst>
        </pc:picChg>
      </pc:sldChg>
    </pc:docChg>
  </pc:docChgLst>
  <pc:docChgLst>
    <pc:chgData name="Tirsi Prebibaj" clId="Web-{4FB5D698-4D18-43AB-B548-D2A0C4C49B7E}"/>
    <pc:docChg chg="modSld">
      <pc:chgData name="Tirsi Prebibaj" userId="" providerId="" clId="Web-{4FB5D698-4D18-43AB-B548-D2A0C4C49B7E}" dt="2024-03-26T16:12:12.160" v="0" actId="1076"/>
      <pc:docMkLst>
        <pc:docMk/>
      </pc:docMkLst>
      <pc:sldChg chg="modSp">
        <pc:chgData name="Tirsi Prebibaj" userId="" providerId="" clId="Web-{4FB5D698-4D18-43AB-B548-D2A0C4C49B7E}" dt="2024-03-26T16:12:12.160" v="0" actId="1076"/>
        <pc:sldMkLst>
          <pc:docMk/>
          <pc:sldMk cId="3319552554" sldId="375"/>
        </pc:sldMkLst>
        <pc:spChg chg="mod">
          <ac:chgData name="Tirsi Prebibaj" userId="" providerId="" clId="Web-{4FB5D698-4D18-43AB-B548-D2A0C4C49B7E}" dt="2024-03-26T16:12:12.160" v="0" actId="1076"/>
          <ac:spMkLst>
            <pc:docMk/>
            <pc:sldMk cId="3319552554" sldId="375"/>
            <ac:spMk id="17" creationId="{BCBBABDE-1579-D570-EFC3-B236739116BF}"/>
          </ac:spMkLst>
        </pc:spChg>
      </pc:sldChg>
    </pc:docChg>
  </pc:docChgLst>
  <pc:docChgLst>
    <pc:chgData name="Tirsi Prebibaj" clId="Web-{0C8F317D-288B-42AB-9B0D-88D2B9800A12}"/>
    <pc:docChg chg="modSld">
      <pc:chgData name="Tirsi Prebibaj" userId="" providerId="" clId="Web-{0C8F317D-288B-42AB-9B0D-88D2B9800A12}" dt="2024-03-26T21:11:55.986" v="63" actId="20577"/>
      <pc:docMkLst>
        <pc:docMk/>
      </pc:docMkLst>
      <pc:sldChg chg="modSp modNotes">
        <pc:chgData name="Tirsi Prebibaj" userId="" providerId="" clId="Web-{0C8F317D-288B-42AB-9B0D-88D2B9800A12}" dt="2024-03-26T21:11:55.986" v="63" actId="20577"/>
        <pc:sldMkLst>
          <pc:docMk/>
          <pc:sldMk cId="1170239364" sldId="374"/>
        </pc:sldMkLst>
        <pc:spChg chg="mod">
          <ac:chgData name="Tirsi Prebibaj" userId="" providerId="" clId="Web-{0C8F317D-288B-42AB-9B0D-88D2B9800A12}" dt="2024-03-26T21:11:55.986" v="63" actId="20577"/>
          <ac:spMkLst>
            <pc:docMk/>
            <pc:sldMk cId="1170239364" sldId="374"/>
            <ac:spMk id="4" creationId="{0888391B-CAAB-8EDB-CA30-AF87F9533E97}"/>
          </ac:spMkLst>
        </pc:spChg>
      </pc:sldChg>
      <pc:sldChg chg="modSp modNotes">
        <pc:chgData name="Tirsi Prebibaj" userId="" providerId="" clId="Web-{0C8F317D-288B-42AB-9B0D-88D2B9800A12}" dt="2024-03-26T21:04:58.737" v="6" actId="20577"/>
        <pc:sldMkLst>
          <pc:docMk/>
          <pc:sldMk cId="3621187992" sldId="376"/>
        </pc:sldMkLst>
        <pc:spChg chg="mod">
          <ac:chgData name="Tirsi Prebibaj" userId="" providerId="" clId="Web-{0C8F317D-288B-42AB-9B0D-88D2B9800A12}" dt="2024-03-26T21:04:58.737" v="6" actId="20577"/>
          <ac:spMkLst>
            <pc:docMk/>
            <pc:sldMk cId="3621187992" sldId="376"/>
            <ac:spMk id="2" creationId="{10F98A94-B671-E78F-7F7E-B1DFF0ADEA9F}"/>
          </ac:spMkLst>
        </pc:spChg>
      </pc:sldChg>
      <pc:sldChg chg="addSp delSp modSp">
        <pc:chgData name="Tirsi Prebibaj" userId="" providerId="" clId="Web-{0C8F317D-288B-42AB-9B0D-88D2B9800A12}" dt="2024-03-26T21:09:25.449" v="55" actId="20577"/>
        <pc:sldMkLst>
          <pc:docMk/>
          <pc:sldMk cId="421842917" sldId="390"/>
        </pc:sldMkLst>
        <pc:spChg chg="add del mod">
          <ac:chgData name="Tirsi Prebibaj" userId="" providerId="" clId="Web-{0C8F317D-288B-42AB-9B0D-88D2B9800A12}" dt="2024-03-26T21:08:59.699" v="54"/>
          <ac:spMkLst>
            <pc:docMk/>
            <pc:sldMk cId="421842917" sldId="390"/>
            <ac:spMk id="5" creationId="{0D4F3A9B-AE2A-E515-2403-132D1606E334}"/>
          </ac:spMkLst>
        </pc:spChg>
        <pc:spChg chg="add mod">
          <ac:chgData name="Tirsi Prebibaj" userId="" providerId="" clId="Web-{0C8F317D-288B-42AB-9B0D-88D2B9800A12}" dt="2024-03-26T21:09:25.449" v="55" actId="20577"/>
          <ac:spMkLst>
            <pc:docMk/>
            <pc:sldMk cId="421842917" sldId="390"/>
            <ac:spMk id="23" creationId="{197461AE-6F6F-20D8-073F-DC8847EA1B98}"/>
          </ac:spMkLst>
        </pc:spChg>
        <pc:spChg chg="mod">
          <ac:chgData name="Tirsi Prebibaj" userId="" providerId="" clId="Web-{0C8F317D-288B-42AB-9B0D-88D2B9800A12}" dt="2024-03-26T21:06:48.834" v="7" actId="1076"/>
          <ac:spMkLst>
            <pc:docMk/>
            <pc:sldMk cId="421842917" sldId="390"/>
            <ac:spMk id="32" creationId="{7DC47829-B33D-B7F5-D6F6-6680C0F3121F}"/>
          </ac:spMkLst>
        </pc:spChg>
        <pc:grpChg chg="mod">
          <ac:chgData name="Tirsi Prebibaj" userId="" providerId="" clId="Web-{0C8F317D-288B-42AB-9B0D-88D2B9800A12}" dt="2024-03-26T21:08:20.291" v="40" actId="1076"/>
          <ac:grpSpMkLst>
            <pc:docMk/>
            <pc:sldMk cId="421842917" sldId="390"/>
            <ac:grpSpMk id="9" creationId="{71B060B0-0F86-F198-80E9-398536B13CCA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BA49E6-B6CA-B7E7-7939-C995C97F4C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ED201-5DA9-2993-723B-7361CCB39E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0EB73-1250-6248-A7AE-E9DD17D53A9D}" type="datetimeFigureOut">
              <a:rPr lang="en-US" smtClean="0"/>
              <a:t>4/6/25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276CE-4E92-CB82-F5F6-4570CE7FAB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BD338-CE59-307D-BA16-02E73E617A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21D9E2-C80C-764A-AF06-2ECD7C98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8900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C0F80-6607-4BDC-9DCB-D39546E94B0B}" type="datetimeFigureOut">
              <a:rPr lang="el-GR" smtClean="0"/>
              <a:t>6/4/25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EC25E-25DD-442A-9939-BAC3109D098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603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 logo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white text&#10;&#10;Description automatically generated">
            <a:extLst>
              <a:ext uri="{FF2B5EF4-FFF2-40B4-BE49-F238E27FC236}">
                <a16:creationId xmlns:a16="http://schemas.microsoft.com/office/drawing/2014/main" id="{8085EB80-E520-29F9-39FC-95C7E29AC8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629000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4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1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18B1EA-7B68-72DE-D331-88D259096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9448" y="865101"/>
            <a:ext cx="945309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0AB60BA-2EA1-E46B-70F9-953ED0D9B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3952" y="2830469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690C56-7146-38AE-A928-D8EA57F9DE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0356" y="6002119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1438488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2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A long shot of a building&#10;&#10;Description automatically generated">
            <a:extLst>
              <a:ext uri="{FF2B5EF4-FFF2-40B4-BE49-F238E27FC236}">
                <a16:creationId xmlns:a16="http://schemas.microsoft.com/office/drawing/2014/main" id="{B3283103-B7CB-4F90-D6F5-A3C982E28E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1" t="3434" r="15740" b="4075"/>
          <a:stretch>
            <a:fillRect/>
          </a:stretch>
        </p:blipFill>
        <p:spPr>
          <a:xfrm>
            <a:off x="0" y="0"/>
            <a:ext cx="5919859" cy="6858000"/>
          </a:xfrm>
          <a:custGeom>
            <a:avLst/>
            <a:gdLst>
              <a:gd name="connsiteX0" fmla="*/ 0 w 5919859"/>
              <a:gd name="connsiteY0" fmla="*/ 0 h 6858000"/>
              <a:gd name="connsiteX1" fmla="*/ 3539445 w 5919859"/>
              <a:gd name="connsiteY1" fmla="*/ 0 h 6858000"/>
              <a:gd name="connsiteX2" fmla="*/ 3619329 w 5919859"/>
              <a:gd name="connsiteY2" fmla="*/ 39128 h 6858000"/>
              <a:gd name="connsiteX3" fmla="*/ 5919859 w 5919859"/>
              <a:gd name="connsiteY3" fmla="*/ 3735644 h 6858000"/>
              <a:gd name="connsiteX4" fmla="*/ 4632343 w 5919859"/>
              <a:gd name="connsiteY4" fmla="*/ 6708254 h 6858000"/>
              <a:gd name="connsiteX5" fmla="*/ 4460057 w 5919859"/>
              <a:gd name="connsiteY5" fmla="*/ 6858000 h 6858000"/>
              <a:gd name="connsiteX6" fmla="*/ 0 w 591985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859" h="6858000">
                <a:moveTo>
                  <a:pt x="0" y="0"/>
                </a:moveTo>
                <a:lnTo>
                  <a:pt x="3539445" y="0"/>
                </a:lnTo>
                <a:lnTo>
                  <a:pt x="3619329" y="39128"/>
                </a:lnTo>
                <a:cubicBezTo>
                  <a:pt x="4989628" y="751014"/>
                  <a:pt x="5919859" y="2139439"/>
                  <a:pt x="5919859" y="3735644"/>
                </a:cubicBezTo>
                <a:cubicBezTo>
                  <a:pt x="5919859" y="4896521"/>
                  <a:pt x="5427836" y="5947497"/>
                  <a:pt x="4632343" y="6708254"/>
                </a:cubicBezTo>
                <a:lnTo>
                  <a:pt x="446005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100" name="Freeform 3099">
            <a:extLst>
              <a:ext uri="{FF2B5EF4-FFF2-40B4-BE49-F238E27FC236}">
                <a16:creationId xmlns:a16="http://schemas.microsoft.com/office/drawing/2014/main" id="{FF34C144-CE80-C166-838A-A4D428DEEE93}"/>
              </a:ext>
            </a:extLst>
          </p:cNvPr>
          <p:cNvSpPr/>
          <p:nvPr userDrawn="1"/>
        </p:nvSpPr>
        <p:spPr>
          <a:xfrm>
            <a:off x="-76982" y="-70149"/>
            <a:ext cx="6017342" cy="6998298"/>
          </a:xfrm>
          <a:custGeom>
            <a:avLst/>
            <a:gdLst>
              <a:gd name="connsiteX0" fmla="*/ 0 w 6017342"/>
              <a:gd name="connsiteY0" fmla="*/ 0 h 6998298"/>
              <a:gd name="connsiteX1" fmla="*/ 3484298 w 6017342"/>
              <a:gd name="connsiteY1" fmla="*/ 0 h 6998298"/>
              <a:gd name="connsiteX2" fmla="*/ 3622706 w 6017342"/>
              <a:gd name="connsiteY2" fmla="*/ 61793 h 6998298"/>
              <a:gd name="connsiteX3" fmla="*/ 6017342 w 6017342"/>
              <a:gd name="connsiteY3" fmla="*/ 3805793 h 6998298"/>
              <a:gd name="connsiteX4" fmla="*/ 4729826 w 6017342"/>
              <a:gd name="connsiteY4" fmla="*/ 6778403 h 6998298"/>
              <a:gd name="connsiteX5" fmla="*/ 4476833 w 6017342"/>
              <a:gd name="connsiteY5" fmla="*/ 6998298 h 6998298"/>
              <a:gd name="connsiteX6" fmla="*/ 0 w 6017342"/>
              <a:gd name="connsiteY6" fmla="*/ 6998298 h 6998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7342" h="6998298">
                <a:moveTo>
                  <a:pt x="0" y="0"/>
                </a:moveTo>
                <a:lnTo>
                  <a:pt x="3484298" y="0"/>
                </a:lnTo>
                <a:lnTo>
                  <a:pt x="3622706" y="61793"/>
                </a:lnTo>
                <a:cubicBezTo>
                  <a:pt x="5044347" y="758160"/>
                  <a:pt x="6017342" y="2173310"/>
                  <a:pt x="6017342" y="3805793"/>
                </a:cubicBezTo>
                <a:cubicBezTo>
                  <a:pt x="6017342" y="4966670"/>
                  <a:pt x="5525319" y="6017646"/>
                  <a:pt x="4729826" y="6778403"/>
                </a:cubicBezTo>
                <a:lnTo>
                  <a:pt x="4476833" y="6998298"/>
                </a:lnTo>
                <a:lnTo>
                  <a:pt x="0" y="6998298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a-ET"/>
          </a:p>
        </p:txBody>
      </p:sp>
      <p:sp>
        <p:nvSpPr>
          <p:cNvPr id="3102" name="Freeform 3101">
            <a:extLst>
              <a:ext uri="{FF2B5EF4-FFF2-40B4-BE49-F238E27FC236}">
                <a16:creationId xmlns:a16="http://schemas.microsoft.com/office/drawing/2014/main" id="{A601A3B9-B7CD-FEDC-37D5-821A16F94A34}"/>
              </a:ext>
            </a:extLst>
          </p:cNvPr>
          <p:cNvSpPr/>
          <p:nvPr userDrawn="1"/>
        </p:nvSpPr>
        <p:spPr>
          <a:xfrm>
            <a:off x="-76982" y="-70149"/>
            <a:ext cx="6192648" cy="6998299"/>
          </a:xfrm>
          <a:custGeom>
            <a:avLst/>
            <a:gdLst>
              <a:gd name="connsiteX0" fmla="*/ 0 w 6192648"/>
              <a:gd name="connsiteY0" fmla="*/ 0 h 6998299"/>
              <a:gd name="connsiteX1" fmla="*/ 3862693 w 6192648"/>
              <a:gd name="connsiteY1" fmla="*/ 0 h 6998299"/>
              <a:gd name="connsiteX2" fmla="*/ 4052508 w 6192648"/>
              <a:gd name="connsiteY2" fmla="*/ 106189 h 6998299"/>
              <a:gd name="connsiteX3" fmla="*/ 6192648 w 6192648"/>
              <a:gd name="connsiteY3" fmla="*/ 3806408 h 6998299"/>
              <a:gd name="connsiteX4" fmla="*/ 4847781 w 6192648"/>
              <a:gd name="connsiteY4" fmla="*/ 6900252 h 6998299"/>
              <a:gd name="connsiteX5" fmla="*/ 4734569 w 6192648"/>
              <a:gd name="connsiteY5" fmla="*/ 6998299 h 6998299"/>
              <a:gd name="connsiteX6" fmla="*/ 0 w 6192648"/>
              <a:gd name="connsiteY6" fmla="*/ 6998299 h 699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2648" h="6998299">
                <a:moveTo>
                  <a:pt x="0" y="0"/>
                </a:moveTo>
                <a:lnTo>
                  <a:pt x="3862693" y="0"/>
                </a:lnTo>
                <a:lnTo>
                  <a:pt x="4052508" y="106189"/>
                </a:lnTo>
                <a:cubicBezTo>
                  <a:pt x="5338644" y="881530"/>
                  <a:pt x="6192648" y="2248936"/>
                  <a:pt x="6192648" y="3806408"/>
                </a:cubicBezTo>
                <a:cubicBezTo>
                  <a:pt x="6192648" y="5014629"/>
                  <a:pt x="5678709" y="6108468"/>
                  <a:pt x="4847781" y="6900252"/>
                </a:cubicBezTo>
                <a:lnTo>
                  <a:pt x="4734569" y="6998299"/>
                </a:lnTo>
                <a:lnTo>
                  <a:pt x="0" y="6998299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a-ET"/>
          </a:p>
        </p:txBody>
      </p:sp>
      <p:pic>
        <p:nvPicPr>
          <p:cNvPr id="3104" name="Picture 3103" descr="A blue sign with white text&#10;&#10;Description automatically generated">
            <a:extLst>
              <a:ext uri="{FF2B5EF4-FFF2-40B4-BE49-F238E27FC236}">
                <a16:creationId xmlns:a16="http://schemas.microsoft.com/office/drawing/2014/main" id="{BA7037C9-256C-44AE-471A-11C49740CF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645" y="6048504"/>
            <a:ext cx="747358" cy="7473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7D1ED8-1D1D-3C0E-F7DC-85BEDF595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0360" y="918018"/>
            <a:ext cx="615164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3C4403-1E96-A9FC-F392-D6F430EC91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34137" y="2881984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B02504D-9ED1-0605-E0C3-6B9D4E4A1D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7567" y="5939982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424802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3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D7B5E7-5798-C95E-1CCC-3B2D35C10F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12195409" cy="685799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818B1EA-7B68-72DE-D331-88D259096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9448" y="865101"/>
            <a:ext cx="9453093" cy="1325563"/>
          </a:xfrm>
        </p:spPr>
        <p:txBody>
          <a:bodyPr/>
          <a:lstStyle>
            <a:lvl1pPr algn="ctr">
              <a:defRPr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0AB60BA-2EA1-E46B-70F9-953ED0D9B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3952" y="2830469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690C56-7146-38AE-A928-D8EA57F9DE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0356" y="6002119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86532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4761CC-EF94-5C85-6CA8-9D04EC40A2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6836" y="0"/>
            <a:ext cx="4053138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F6F83E-2383-AA42-96BC-B5AA4B81F20E}"/>
              </a:ext>
            </a:extLst>
          </p:cNvPr>
          <p:cNvSpPr txBox="1"/>
          <p:nvPr userDrawn="1"/>
        </p:nvSpPr>
        <p:spPr>
          <a:xfrm rot="18846174">
            <a:off x="9870334" y="683655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North Area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D2B3D-1734-051F-FFDA-5D98E37EA16B}"/>
              </a:ext>
            </a:extLst>
          </p:cNvPr>
          <p:cNvSpPr txBox="1"/>
          <p:nvPr userDrawn="1"/>
        </p:nvSpPr>
        <p:spPr>
          <a:xfrm>
            <a:off x="9231589" y="2009793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SPS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7D84AC-AE1E-EA1A-CE40-433F915126E2}"/>
              </a:ext>
            </a:extLst>
          </p:cNvPr>
          <p:cNvSpPr txBox="1"/>
          <p:nvPr userDrawn="1"/>
        </p:nvSpPr>
        <p:spPr>
          <a:xfrm>
            <a:off x="8802098" y="6317966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F6AFE-5E8A-917A-470A-C18CA7124C87}"/>
              </a:ext>
            </a:extLst>
          </p:cNvPr>
          <p:cNvSpPr txBox="1"/>
          <p:nvPr userDrawn="1"/>
        </p:nvSpPr>
        <p:spPr>
          <a:xfrm>
            <a:off x="7885883" y="6249429"/>
            <a:ext cx="14862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a-ET" sz="1600" b="1" dirty="0">
                <a:solidFill>
                  <a:srgbClr val="0033A0"/>
                </a:solidFill>
              </a:rPr>
              <a:t>PSB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0F9B90-D021-34A3-C4CA-A1C11F79A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1808" y="841602"/>
            <a:ext cx="6151643" cy="1325563"/>
          </a:xfrm>
        </p:spPr>
        <p:txBody>
          <a:bodyPr/>
          <a:lstStyle>
            <a:lvl1pPr algn="ctr"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7913BEC-868B-B8DC-229C-C4E0342166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5585" y="2768400"/>
            <a:ext cx="4764087" cy="2062162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T. Prebibaj, Co-authors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CD86E80-F64A-89E8-B175-5422CEA09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1986" y="5890026"/>
            <a:ext cx="4011283" cy="85588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  <a:p>
            <a:pPr lvl="0"/>
            <a:r>
              <a:rPr lang="en-US" dirty="0"/>
              <a:t>Meeting</a:t>
            </a:r>
          </a:p>
        </p:txBody>
      </p:sp>
    </p:spTree>
    <p:extLst>
      <p:ext uri="{BB962C8B-B14F-4D97-AF65-F5344CB8AC3E}">
        <p14:creationId xmlns:p14="http://schemas.microsoft.com/office/powerpoint/2010/main" val="4278474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C6B1-F6C8-49AD-9C3C-F718DCBFF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4583" y="0"/>
            <a:ext cx="10609217" cy="895441"/>
          </a:xfrm>
        </p:spPr>
        <p:txBody>
          <a:bodyPr>
            <a:normAutofit/>
          </a:bodyPr>
          <a:lstStyle>
            <a:lvl1pPr algn="ctr">
              <a:defRPr sz="4400" b="1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Outline</a:t>
            </a:r>
            <a:endParaRPr lang="el-GR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17268AC-E326-6E95-4BB4-A432FD6315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4583" y="1484671"/>
            <a:ext cx="10609217" cy="4777413"/>
          </a:xfrm>
        </p:spPr>
        <p:txBody>
          <a:bodyPr numCol="2">
            <a:norm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Introduction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Section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89098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 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9">
            <a:extLst>
              <a:ext uri="{FF2B5EF4-FFF2-40B4-BE49-F238E27FC236}">
                <a16:creationId xmlns:a16="http://schemas.microsoft.com/office/drawing/2014/main" id="{F57D4909-F085-65C6-7BA0-53579E713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48637"/>
          </a:xfrm>
        </p:spPr>
        <p:txBody>
          <a:bodyPr>
            <a:noAutofit/>
          </a:bodyPr>
          <a:lstStyle>
            <a:lvl1pPr algn="ctr">
              <a:defRPr sz="4000" b="1">
                <a:solidFill>
                  <a:schemeClr val="tx2"/>
                </a:solidFill>
                <a:latin typeface="+mj-lt"/>
              </a:defRPr>
            </a:lvl1pPr>
          </a:lstStyle>
          <a:p>
            <a:endParaRPr lang="en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DAB2D6-03BD-D28A-E9DB-A6EE2C926749}"/>
              </a:ext>
            </a:extLst>
          </p:cNvPr>
          <p:cNvSpPr txBox="1"/>
          <p:nvPr userDrawn="1"/>
        </p:nvSpPr>
        <p:spPr>
          <a:xfrm>
            <a:off x="5226782" y="6581000"/>
            <a:ext cx="1734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tirsi.prebibaj@cern.ch</a:t>
            </a:r>
            <a:endParaRPr lang="el-GR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8323F2-79BC-F6E3-283D-6352569667F0}"/>
              </a:ext>
            </a:extLst>
          </p:cNvPr>
          <p:cNvSpPr txBox="1"/>
          <p:nvPr userDrawn="1"/>
        </p:nvSpPr>
        <p:spPr>
          <a:xfrm>
            <a:off x="-2" y="6597748"/>
            <a:ext cx="32013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Φυσική των Επιταχυντών – ΑΠΘ 2025</a:t>
            </a:r>
            <a:endParaRPr lang="el-GR" sz="1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0">
            <a:extLst>
              <a:ext uri="{FF2B5EF4-FFF2-40B4-BE49-F238E27FC236}">
                <a16:creationId xmlns:a16="http://schemas.microsoft.com/office/drawing/2014/main" id="{2F0D3E15-90A9-7F9B-2903-9E57D17A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1617" y="6597748"/>
            <a:ext cx="1880381" cy="260252"/>
          </a:xfrm>
          <a:prstGeom prst="rect">
            <a:avLst/>
          </a:prstGeom>
          <a:noFill/>
        </p:spPr>
        <p:txBody>
          <a:bodyPr/>
          <a:lstStyle>
            <a:lvl1pPr algn="r">
              <a:defRPr sz="1600" b="0" i="0">
                <a:solidFill>
                  <a:srgbClr val="0033A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8ED8B99-2640-4528-BE06-488F2B48F17D}" type="slidenum">
              <a:rPr lang="el-GR" smtClean="0"/>
              <a:pPr/>
              <a:t>‹#›</a:t>
            </a:fld>
            <a:endParaRPr lang="el-GR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FBD074C-A50F-3C47-FB1A-CEAFB2A6DB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9287" y="746648"/>
            <a:ext cx="11369201" cy="56530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9993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rgbClr val="0033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3BC32926-AD1D-2427-1008-BE5A326909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141080"/>
            <a:ext cx="10515600" cy="2631293"/>
          </a:xfrm>
        </p:spPr>
        <p:txBody>
          <a:bodyPr/>
          <a:lstStyle>
            <a:lvl1pPr algn="ctr">
              <a:defRPr b="1" spc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</a:t>
            </a:r>
            <a:endParaRPr lang="el-G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B12508A-234B-EB10-A35D-CCDF1CE8AE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189357"/>
            <a:ext cx="9144000" cy="1488688"/>
          </a:xfrm>
        </p:spPr>
        <p:txBody>
          <a:bodyPr/>
          <a:lstStyle>
            <a:lvl1pPr marL="0" indent="0" algn="ctr">
              <a:buNone/>
              <a:defRPr sz="24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subtitle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5977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RN logo smal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ign with white text&#10;&#10;Description automatically generated">
            <a:extLst>
              <a:ext uri="{FF2B5EF4-FFF2-40B4-BE49-F238E27FC236}">
                <a16:creationId xmlns:a16="http://schemas.microsoft.com/office/drawing/2014/main" id="{8DA98946-99AB-DE0F-4E23-F9D5836602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000" y="2529000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50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8CAD8-AEEF-4E4F-BD5F-ECFB1A2F50AF}" type="datetime1">
              <a:rPr lang="el-GR" smtClean="0"/>
              <a:pPr/>
              <a:t>6/4/25</a:t>
            </a:fld>
            <a:endParaRPr lang="el-G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Tirsi Prebibaj</a:t>
            </a:r>
            <a:endParaRPr lang="el-G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D8B99-2640-4528-BE06-488F2B48F17D}" type="slidenum">
              <a:rPr lang="el-GR" smtClean="0"/>
              <a:pPr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64883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8" r:id="rId2"/>
    <p:sldLayoutId id="2147483684" r:id="rId3"/>
    <p:sldLayoutId id="2147483683" r:id="rId4"/>
    <p:sldLayoutId id="2147483685" r:id="rId5"/>
    <p:sldLayoutId id="2147483675" r:id="rId6"/>
    <p:sldLayoutId id="2147483686" r:id="rId7"/>
    <p:sldLayoutId id="2147483687" r:id="rId8"/>
    <p:sldLayoutId id="214748368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erncas/hands-on-lattice-exercises" TargetMode="External"/><Relationship Id="rId2" Type="http://schemas.openxmlformats.org/officeDocument/2006/relationships/hyperlink" Target="https://github.com/tprebiba/auth-accelerator-physics-xsuite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hyperlink" Target="https://github.com/tprebiba/eurolabs-atsoa-psb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xsuite.readthedocs.io/en/latest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8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1304F-A258-797D-9926-112546678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62330"/>
            <a:ext cx="12192000" cy="3129956"/>
          </a:xfrm>
        </p:spPr>
        <p:txBody>
          <a:bodyPr>
            <a:normAutofit/>
          </a:bodyPr>
          <a:lstStyle/>
          <a:p>
            <a:r>
              <a:rPr lang="el-GR" dirty="0"/>
              <a:t>Προσομοιώσεις Πλεγμάτων Επιταχυντών </a:t>
            </a:r>
            <a:br>
              <a:rPr lang="el-GR" dirty="0"/>
            </a:br>
            <a:r>
              <a:rPr lang="el-GR" dirty="0"/>
              <a:t>με </a:t>
            </a:r>
            <a:r>
              <a:rPr lang="en-US" dirty="0"/>
              <a:t>Python</a:t>
            </a:r>
            <a:r>
              <a:rPr lang="el-GR" dirty="0"/>
              <a:t> και </a:t>
            </a:r>
            <a:r>
              <a:rPr lang="en-US" dirty="0"/>
              <a:t>Xsuite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11813-56F0-B263-5BC6-8675D0B26C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1250" y="3592286"/>
            <a:ext cx="11669486" cy="1093334"/>
          </a:xfrm>
        </p:spPr>
        <p:txBody>
          <a:bodyPr>
            <a:normAutofit/>
          </a:bodyPr>
          <a:lstStyle/>
          <a:p>
            <a:r>
              <a:rPr lang="el-GR" dirty="0" err="1"/>
              <a:t>Φανουρία</a:t>
            </a:r>
            <a:r>
              <a:rPr lang="el-GR" dirty="0"/>
              <a:t> ΑΝΤΩΝΙΟΥ, Φωτεινή ΑΣΒΕΣΤΑ, Γιάννης ΠΑΠΑΦΙΛΙΠΠΟΥ, Τ</a:t>
            </a:r>
            <a:r>
              <a:rPr lang="en-US" dirty="0" err="1"/>
              <a:t>ί</a:t>
            </a:r>
            <a:r>
              <a:rPr lang="el-GR" dirty="0" err="1"/>
              <a:t>ρσι</a:t>
            </a:r>
            <a:r>
              <a:rPr lang="el-GR" dirty="0"/>
              <a:t> ΠΡΕΜΠΙΜΠΑΗ*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5CA24-113E-A10A-4EFF-EA1BF94FE8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9447" y="5366657"/>
            <a:ext cx="9453093" cy="1491343"/>
          </a:xfrm>
        </p:spPr>
        <p:txBody>
          <a:bodyPr>
            <a:normAutofit fontScale="92500" lnSpcReduction="10000"/>
          </a:bodyPr>
          <a:lstStyle/>
          <a:p>
            <a:r>
              <a:rPr lang="el-GR" dirty="0"/>
              <a:t>Φυσική των Επιταχυντών</a:t>
            </a:r>
          </a:p>
          <a:p>
            <a:r>
              <a:rPr lang="el-GR" dirty="0"/>
              <a:t>Μεταπτυχιακό Υποατομικής Φυσικής, 2</a:t>
            </a:r>
            <a:r>
              <a:rPr lang="en-US" dirty="0"/>
              <a:t>o </a:t>
            </a:r>
            <a:r>
              <a:rPr lang="el-GR" dirty="0"/>
              <a:t>έτος</a:t>
            </a:r>
          </a:p>
          <a:p>
            <a:r>
              <a:rPr lang="el-GR" dirty="0"/>
              <a:t>Τμήμα Φυσικής / Αριστοτέλειο Πανεπιστήμιο Θεσσαλονίκης</a:t>
            </a:r>
          </a:p>
          <a:p>
            <a:r>
              <a:rPr lang="el-GR" dirty="0"/>
              <a:t>Εαρινό εξάμηνο 2025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D4826-42C0-152D-F742-DCC2FC64A83A}"/>
              </a:ext>
            </a:extLst>
          </p:cNvPr>
          <p:cNvSpPr txBox="1"/>
          <p:nvPr/>
        </p:nvSpPr>
        <p:spPr>
          <a:xfrm>
            <a:off x="0" y="6488668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</a:t>
            </a:r>
            <a:r>
              <a:rPr lang="en-US" dirty="0" err="1">
                <a:solidFill>
                  <a:schemeClr val="bg1"/>
                </a:solidFill>
              </a:rPr>
              <a:t>tirsi.prebibaj@cern.ch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28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FE081-4A9F-2476-A37E-6277EF0F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Φυσική των Επιταχυντών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FD87E-82B3-3853-97D2-07329429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3</a:t>
            </a:fld>
            <a:endParaRPr lang="el-GR" dirty="0"/>
          </a:p>
        </p:txBody>
      </p:sp>
      <p:pic>
        <p:nvPicPr>
          <p:cNvPr id="1026" name="Picture 2" descr="The Three Pillars Of Successful Investing">
            <a:extLst>
              <a:ext uri="{FF2B5EF4-FFF2-40B4-BE49-F238E27FC236}">
                <a16:creationId xmlns:a16="http://schemas.microsoft.com/office/drawing/2014/main" id="{3E1D859E-E88C-7A6A-04C2-E2FD2910D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8825"/>
            <a:ext cx="12192000" cy="609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0FE0EE-E9C2-8D93-9729-44EBEC5E3089}"/>
              </a:ext>
            </a:extLst>
          </p:cNvPr>
          <p:cNvSpPr txBox="1"/>
          <p:nvPr/>
        </p:nvSpPr>
        <p:spPr>
          <a:xfrm>
            <a:off x="1100510" y="1872342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Θεωρία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A16FB2-BA43-559D-6B84-7B81B14CBC0F}"/>
              </a:ext>
            </a:extLst>
          </p:cNvPr>
          <p:cNvSpPr txBox="1"/>
          <p:nvPr/>
        </p:nvSpPr>
        <p:spPr>
          <a:xfrm>
            <a:off x="4068842" y="1872342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Προσομοιώσεις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CF989-F47C-625B-EC3B-E14B62A30060}"/>
              </a:ext>
            </a:extLst>
          </p:cNvPr>
          <p:cNvSpPr txBox="1"/>
          <p:nvPr/>
        </p:nvSpPr>
        <p:spPr>
          <a:xfrm>
            <a:off x="9055353" y="1872342"/>
            <a:ext cx="22044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Πείραμα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7682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22C7-77F7-DF8D-B072-BE460082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8AC2-0FD5-C85E-B643-FA36E8440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Φυσική των Επιταχυντών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F80052-EDF0-5640-A3BF-566D2BD3E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4</a:t>
            </a:fld>
            <a:endParaRPr lang="el-GR" dirty="0"/>
          </a:p>
        </p:txBody>
      </p:sp>
      <p:pic>
        <p:nvPicPr>
          <p:cNvPr id="1026" name="Picture 2" descr="The Three Pillars Of Successful Investing">
            <a:extLst>
              <a:ext uri="{FF2B5EF4-FFF2-40B4-BE49-F238E27FC236}">
                <a16:creationId xmlns:a16="http://schemas.microsoft.com/office/drawing/2014/main" id="{CCE62E07-2606-0726-654D-7DD7E7489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8825"/>
            <a:ext cx="12192000" cy="609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42A95B-F847-9579-7FBD-FCE6ADA5DD88}"/>
              </a:ext>
            </a:extLst>
          </p:cNvPr>
          <p:cNvSpPr txBox="1"/>
          <p:nvPr/>
        </p:nvSpPr>
        <p:spPr>
          <a:xfrm>
            <a:off x="1100510" y="1872342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Θεωρία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496FD6-B33D-A1DB-89BC-B4C6FCAC0B60}"/>
              </a:ext>
            </a:extLst>
          </p:cNvPr>
          <p:cNvSpPr txBox="1"/>
          <p:nvPr/>
        </p:nvSpPr>
        <p:spPr>
          <a:xfrm>
            <a:off x="4068842" y="1872342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Προσομοιώσεις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2A177-F7CD-0A15-C14D-D420AC2D56FC}"/>
              </a:ext>
            </a:extLst>
          </p:cNvPr>
          <p:cNvSpPr txBox="1"/>
          <p:nvPr/>
        </p:nvSpPr>
        <p:spPr>
          <a:xfrm>
            <a:off x="9055353" y="1872342"/>
            <a:ext cx="22044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Πείραμα</a:t>
            </a:r>
            <a:endParaRPr lang="en-US" b="1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9C99DF-2C18-B2BC-57A5-B25A8D2F6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870" y="758825"/>
            <a:ext cx="7720387" cy="5777708"/>
          </a:xfrm>
          <a:prstGeom prst="rect">
            <a:avLst/>
          </a:prstGeom>
          <a:ln w="101600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10CFC95-3E63-8A1A-3834-B270A2DBA837}"/>
              </a:ext>
            </a:extLst>
          </p:cNvPr>
          <p:cNvSpPr/>
          <p:nvPr/>
        </p:nvSpPr>
        <p:spPr>
          <a:xfrm>
            <a:off x="643817" y="1703770"/>
            <a:ext cx="2993571" cy="1045029"/>
          </a:xfrm>
          <a:prstGeom prst="ellipse">
            <a:avLst/>
          </a:prstGeom>
          <a:noFill/>
          <a:ln w="1016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0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3045-4DD9-3CCA-3E36-BF1E40B5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B09A-2C13-5F35-5F3E-E9A3EE97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Φυσική των Επιταχυντών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B4C0AD-D18F-75C4-2A95-CCAE19E9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5</a:t>
            </a:fld>
            <a:endParaRPr lang="el-GR" dirty="0"/>
          </a:p>
        </p:txBody>
      </p:sp>
      <p:pic>
        <p:nvPicPr>
          <p:cNvPr id="1026" name="Picture 2" descr="The Three Pillars Of Successful Investing">
            <a:extLst>
              <a:ext uri="{FF2B5EF4-FFF2-40B4-BE49-F238E27FC236}">
                <a16:creationId xmlns:a16="http://schemas.microsoft.com/office/drawing/2014/main" id="{7133A9B4-20FA-21B1-68E6-CEAE752A4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8825"/>
            <a:ext cx="12192000" cy="609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CF23A8-1D70-5425-230B-D02831AAFFA0}"/>
              </a:ext>
            </a:extLst>
          </p:cNvPr>
          <p:cNvSpPr txBox="1"/>
          <p:nvPr/>
        </p:nvSpPr>
        <p:spPr>
          <a:xfrm>
            <a:off x="1100510" y="1872342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Θεωρία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D6DB8-0479-467E-8B57-823459A59FF5}"/>
              </a:ext>
            </a:extLst>
          </p:cNvPr>
          <p:cNvSpPr txBox="1"/>
          <p:nvPr/>
        </p:nvSpPr>
        <p:spPr>
          <a:xfrm>
            <a:off x="4068842" y="1872342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Προσομοιώσεις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98A5DC-8973-C4AA-A740-A1AA093453F2}"/>
              </a:ext>
            </a:extLst>
          </p:cNvPr>
          <p:cNvSpPr txBox="1"/>
          <p:nvPr/>
        </p:nvSpPr>
        <p:spPr>
          <a:xfrm>
            <a:off x="9055353" y="1872342"/>
            <a:ext cx="22044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Πείραμα</a:t>
            </a:r>
            <a:endParaRPr lang="en-US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53A698-5E39-92CD-95EE-0BF26EEA1578}"/>
              </a:ext>
            </a:extLst>
          </p:cNvPr>
          <p:cNvSpPr/>
          <p:nvPr/>
        </p:nvSpPr>
        <p:spPr>
          <a:xfrm>
            <a:off x="3612304" y="1470992"/>
            <a:ext cx="8407418" cy="1524000"/>
          </a:xfrm>
          <a:prstGeom prst="ellipse">
            <a:avLst/>
          </a:prstGeom>
          <a:noFill/>
          <a:ln w="1016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3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602B7-C1CA-5D94-6BE1-D0DA73BBA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12404-91A8-FDE1-1A3C-31CCE671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Φυσική των Επιταχυντών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13EBA2-B2CD-FB3E-844F-CB07AFBC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6</a:t>
            </a:fld>
            <a:endParaRPr lang="el-GR" dirty="0"/>
          </a:p>
        </p:txBody>
      </p:sp>
      <p:pic>
        <p:nvPicPr>
          <p:cNvPr id="1026" name="Picture 2" descr="The Three Pillars Of Successful Investing">
            <a:extLst>
              <a:ext uri="{FF2B5EF4-FFF2-40B4-BE49-F238E27FC236}">
                <a16:creationId xmlns:a16="http://schemas.microsoft.com/office/drawing/2014/main" id="{ED72EC5E-9876-C6F6-81E5-D52306492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8825"/>
            <a:ext cx="12192000" cy="609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EA92D3-75DE-9639-855C-D3CDBF7C95D7}"/>
              </a:ext>
            </a:extLst>
          </p:cNvPr>
          <p:cNvSpPr txBox="1"/>
          <p:nvPr/>
        </p:nvSpPr>
        <p:spPr>
          <a:xfrm>
            <a:off x="1100510" y="1872342"/>
            <a:ext cx="20361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Θεωρία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2820F-61B7-6E3F-6A6C-341E96390F76}"/>
              </a:ext>
            </a:extLst>
          </p:cNvPr>
          <p:cNvSpPr txBox="1"/>
          <p:nvPr/>
        </p:nvSpPr>
        <p:spPr>
          <a:xfrm>
            <a:off x="4068842" y="1872342"/>
            <a:ext cx="4054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Προσομοιώσεις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1DC7D-85DD-D852-6968-ED2A28C6B591}"/>
              </a:ext>
            </a:extLst>
          </p:cNvPr>
          <p:cNvSpPr txBox="1"/>
          <p:nvPr/>
        </p:nvSpPr>
        <p:spPr>
          <a:xfrm>
            <a:off x="9055353" y="1872342"/>
            <a:ext cx="22044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4000" b="1" dirty="0"/>
              <a:t>Πείραμα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09FB0D-5925-2ED8-1663-2481C0366853}"/>
              </a:ext>
            </a:extLst>
          </p:cNvPr>
          <p:cNvSpPr txBox="1"/>
          <p:nvPr/>
        </p:nvSpPr>
        <p:spPr>
          <a:xfrm>
            <a:off x="4724612" y="1120917"/>
            <a:ext cx="2742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3600" b="1" dirty="0">
                <a:solidFill>
                  <a:schemeClr val="accent6"/>
                </a:solidFill>
              </a:rPr>
              <a:t>3</a:t>
            </a:r>
            <a:r>
              <a:rPr lang="en-US" sz="3600" b="1" dirty="0">
                <a:solidFill>
                  <a:schemeClr val="accent6"/>
                </a:solidFill>
              </a:rPr>
              <a:t>×2 </a:t>
            </a:r>
            <a:r>
              <a:rPr lang="el-GR" sz="3600" b="1" dirty="0">
                <a:solidFill>
                  <a:schemeClr val="accent6"/>
                </a:solidFill>
              </a:rPr>
              <a:t>ώρες </a:t>
            </a:r>
            <a:endParaRPr lang="en-US" sz="3600" b="1" dirty="0">
              <a:solidFill>
                <a:schemeClr val="accent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8B4B8-5A01-E915-D268-EDE5F5EA69BF}"/>
              </a:ext>
            </a:extLst>
          </p:cNvPr>
          <p:cNvSpPr txBox="1"/>
          <p:nvPr/>
        </p:nvSpPr>
        <p:spPr>
          <a:xfrm>
            <a:off x="8786191" y="1120916"/>
            <a:ext cx="2742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sz="3600" b="1" dirty="0">
                <a:solidFill>
                  <a:schemeClr val="accent6"/>
                </a:solidFill>
              </a:rPr>
              <a:t>1</a:t>
            </a:r>
            <a:r>
              <a:rPr lang="en-US" sz="3600" b="1" dirty="0">
                <a:solidFill>
                  <a:schemeClr val="accent6"/>
                </a:solidFill>
              </a:rPr>
              <a:t>×2 </a:t>
            </a:r>
            <a:r>
              <a:rPr lang="el-GR" sz="3600" b="1" dirty="0">
                <a:solidFill>
                  <a:schemeClr val="accent6"/>
                </a:solidFill>
              </a:rPr>
              <a:t>ώρες </a:t>
            </a:r>
            <a:endParaRPr lang="en-US" sz="36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58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C59A-E65C-B1E8-3CF9-5A55E88D2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Σκοπ</a:t>
            </a:r>
            <a:r>
              <a:rPr lang="en-US" dirty="0" err="1"/>
              <a:t>ό</a:t>
            </a:r>
            <a:r>
              <a:rPr lang="el-GR" dirty="0"/>
              <a:t>ς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EE8011-77CB-1A17-35D7-4011A936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7</a:t>
            </a:fld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CA9B7-099A-5F21-881A-AA2E83B54F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dirty="0"/>
              <a:t>Ο στόχος αυτών των διαλέξεων είναι να </a:t>
            </a:r>
            <a:r>
              <a:rPr lang="el-GR" b="1" dirty="0">
                <a:solidFill>
                  <a:schemeClr val="tx2"/>
                </a:solidFill>
              </a:rPr>
              <a:t>συμπληρώσουν τη </a:t>
            </a:r>
            <a:r>
              <a:rPr lang="el-GR" b="1" dirty="0" err="1">
                <a:solidFill>
                  <a:schemeClr val="tx2"/>
                </a:solidFill>
              </a:rPr>
              <a:t>θεωρ</a:t>
            </a:r>
            <a:r>
              <a:rPr lang="en-US" b="1" dirty="0" err="1">
                <a:solidFill>
                  <a:schemeClr val="tx2"/>
                </a:solidFill>
              </a:rPr>
              <a:t>ί</a:t>
            </a:r>
            <a:r>
              <a:rPr lang="el-GR" b="1" dirty="0">
                <a:solidFill>
                  <a:schemeClr val="tx2"/>
                </a:solidFill>
              </a:rPr>
              <a:t>α της Φυσικής των Επιταχυντών</a:t>
            </a:r>
            <a:r>
              <a:rPr lang="el-GR" dirty="0"/>
              <a:t>, να σας εξοικειώσουν με το πώς πραγματοποιούμε προσομοιώσεις και μετρήσεις, να σας </a:t>
            </a:r>
            <a:r>
              <a:rPr lang="el-GR" b="1" dirty="0">
                <a:solidFill>
                  <a:schemeClr val="tx2"/>
                </a:solidFill>
              </a:rPr>
              <a:t>εισαγάγουν σε σύγχρονα εργαλεία όπως το </a:t>
            </a:r>
            <a:r>
              <a:rPr lang="en-US" b="1" dirty="0">
                <a:solidFill>
                  <a:schemeClr val="tx2"/>
                </a:solidFill>
              </a:rPr>
              <a:t>Xsuite</a:t>
            </a:r>
            <a:r>
              <a:rPr lang="en-US" dirty="0"/>
              <a:t>, </a:t>
            </a:r>
            <a:r>
              <a:rPr lang="el-GR" dirty="0"/>
              <a:t>και να σας δώσουν τη δυνατότητα να δείτε πώς </a:t>
            </a:r>
            <a:r>
              <a:rPr lang="el-GR" b="1" dirty="0">
                <a:solidFill>
                  <a:schemeClr val="tx2"/>
                </a:solidFill>
              </a:rPr>
              <a:t>η θεωρία συνδέεται με την πράξη στον κόσμο των επιταχυντών</a:t>
            </a:r>
            <a:r>
              <a:rPr lang="el-GR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5402F-A28E-52FC-52BA-8C89086A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8AC37-4BE9-A28B-F660-84D684BE1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Σκοπ</a:t>
            </a:r>
            <a:r>
              <a:rPr lang="en-US" dirty="0" err="1"/>
              <a:t>ό</a:t>
            </a:r>
            <a:r>
              <a:rPr lang="el-GR" dirty="0"/>
              <a:t>ς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B990F6-66D7-F6DF-A8AD-942D2D54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8</a:t>
            </a:fld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8A250-6C2F-5A17-080F-9463DE1BC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dirty="0"/>
              <a:t>Ο στόχος αυτών των διαλέξεων είναι να </a:t>
            </a:r>
            <a:r>
              <a:rPr lang="el-GR" b="1" dirty="0">
                <a:solidFill>
                  <a:schemeClr val="tx2"/>
                </a:solidFill>
              </a:rPr>
              <a:t>συμπληρώσουν τη </a:t>
            </a:r>
            <a:r>
              <a:rPr lang="el-GR" b="1" dirty="0" err="1">
                <a:solidFill>
                  <a:schemeClr val="tx2"/>
                </a:solidFill>
              </a:rPr>
              <a:t>θεωρ</a:t>
            </a:r>
            <a:r>
              <a:rPr lang="en-US" b="1" dirty="0" err="1">
                <a:solidFill>
                  <a:schemeClr val="tx2"/>
                </a:solidFill>
              </a:rPr>
              <a:t>ί</a:t>
            </a:r>
            <a:r>
              <a:rPr lang="el-GR" b="1" dirty="0">
                <a:solidFill>
                  <a:schemeClr val="tx2"/>
                </a:solidFill>
              </a:rPr>
              <a:t>α της Φυσικής των Επιταχυντών</a:t>
            </a:r>
            <a:r>
              <a:rPr lang="el-GR" dirty="0"/>
              <a:t>, να σας εξοικειώσουν με το πώς πραγματοποιούμε προσομοιώσεις και μετρήσεις, να σας </a:t>
            </a:r>
            <a:r>
              <a:rPr lang="el-GR" b="1" dirty="0">
                <a:solidFill>
                  <a:schemeClr val="tx2"/>
                </a:solidFill>
              </a:rPr>
              <a:t>εισαγάγουν σε σύγχρονα εργαλεία όπως το </a:t>
            </a:r>
            <a:r>
              <a:rPr lang="en-US" b="1" dirty="0">
                <a:solidFill>
                  <a:schemeClr val="tx2"/>
                </a:solidFill>
              </a:rPr>
              <a:t>Xsuite</a:t>
            </a:r>
            <a:r>
              <a:rPr lang="en-US" dirty="0"/>
              <a:t>, </a:t>
            </a:r>
            <a:r>
              <a:rPr lang="el-GR" dirty="0"/>
              <a:t>και να σας δώσουν τη δυνατότητα να δείτε πώς </a:t>
            </a:r>
            <a:r>
              <a:rPr lang="el-GR" b="1" dirty="0">
                <a:solidFill>
                  <a:schemeClr val="tx2"/>
                </a:solidFill>
              </a:rPr>
              <a:t>η θεωρία συνδέεται με την πράξη στον κόσμο των επιταχυντών</a:t>
            </a:r>
            <a:r>
              <a:rPr lang="el-GR" dirty="0"/>
              <a:t>.</a:t>
            </a:r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r>
              <a:rPr lang="el-GR" dirty="0"/>
              <a:t>Θα επικεντρωθούμε σε ένα μικρό αλλά σημαντικό κομμάτι της Φυσικής των Επιταχυντών, και συγκεκριμένα στη </a:t>
            </a:r>
            <a:r>
              <a:rPr lang="el-GR" b="1" dirty="0">
                <a:solidFill>
                  <a:schemeClr val="tx2"/>
                </a:solidFill>
              </a:rPr>
              <a:t>«</a:t>
            </a:r>
            <a:r>
              <a:rPr lang="el-GR" b="1" dirty="0" err="1">
                <a:solidFill>
                  <a:schemeClr val="tx2"/>
                </a:solidFill>
              </a:rPr>
              <a:t>εγκ</a:t>
            </a:r>
            <a:r>
              <a:rPr lang="en-US" b="1" dirty="0" err="1">
                <a:solidFill>
                  <a:schemeClr val="tx2"/>
                </a:solidFill>
              </a:rPr>
              <a:t>ά</a:t>
            </a:r>
            <a:r>
              <a:rPr lang="el-GR" b="1" dirty="0" err="1">
                <a:solidFill>
                  <a:schemeClr val="tx2"/>
                </a:solidFill>
              </a:rPr>
              <a:t>ρσια</a:t>
            </a:r>
            <a:r>
              <a:rPr lang="el-GR" b="1" dirty="0">
                <a:solidFill>
                  <a:schemeClr val="tx2"/>
                </a:solidFill>
              </a:rPr>
              <a:t> δυναμική της δέσμης σε </a:t>
            </a:r>
            <a:r>
              <a:rPr lang="el-GR" b="1" dirty="0" err="1">
                <a:solidFill>
                  <a:schemeClr val="tx2"/>
                </a:solidFill>
              </a:rPr>
              <a:t>σύγχροτρα</a:t>
            </a:r>
            <a:r>
              <a:rPr lang="el-GR" b="1" dirty="0">
                <a:solidFill>
                  <a:schemeClr val="tx2"/>
                </a:solidFill>
              </a:rPr>
              <a:t> πρωτονίων»</a:t>
            </a:r>
            <a:r>
              <a:rPr lang="el-GR" dirty="0"/>
              <a:t> (</a:t>
            </a:r>
            <a:r>
              <a:rPr lang="en-US" dirty="0"/>
              <a:t>transverse beam dynamics</a:t>
            </a:r>
            <a:r>
              <a:rPr lang="el-GR" dirty="0"/>
              <a:t> </a:t>
            </a:r>
            <a:r>
              <a:rPr lang="en-US" dirty="0"/>
              <a:t>in proton synchrotrons</a:t>
            </a:r>
            <a:r>
              <a:rPr lang="el-GR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265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C03E-3A01-5DBD-E52E-97866BF0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48D4-2A5B-9F44-6E88-D4A04B7E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Σκοπ</a:t>
            </a:r>
            <a:r>
              <a:rPr lang="en-US" dirty="0" err="1"/>
              <a:t>ό</a:t>
            </a:r>
            <a:r>
              <a:rPr lang="el-GR" dirty="0"/>
              <a:t>ς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6730BB-61DF-D925-E630-AC0F9678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9</a:t>
            </a:fld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C18D5-A62E-59C9-0ADC-BCEA8198BD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dirty="0"/>
              <a:t>Ιδανικά, μετά τις διαλέξεις θα μπορείτε να κάνετε </a:t>
            </a:r>
            <a:r>
              <a:rPr lang="el-GR" b="1" dirty="0">
                <a:solidFill>
                  <a:schemeClr val="tx2"/>
                </a:solidFill>
              </a:rPr>
              <a:t>ρεαλιστικές προσομοιώσεις</a:t>
            </a:r>
            <a:r>
              <a:rPr lang="el-GR" dirty="0"/>
              <a:t> σαν αυτή:  </a:t>
            </a:r>
            <a:endParaRPr lang="en-US" dirty="0"/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E17F06C-E17F-A50D-BD48-C1E7A4DD9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87" y="2262328"/>
            <a:ext cx="6207267" cy="31283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718283-F952-59A1-B09F-A538A1707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9355" y="1543870"/>
            <a:ext cx="2657117" cy="25818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D3176E-7224-2229-0EAD-1A800E5F7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657" y="4414424"/>
            <a:ext cx="5094514" cy="17994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349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A441-2EB2-7D9B-889E-C05ACA69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 err="1"/>
              <a:t>Υλικ</a:t>
            </a:r>
            <a:r>
              <a:rPr lang="en-US" dirty="0" err="1"/>
              <a:t>ό</a:t>
            </a:r>
            <a:r>
              <a:rPr lang="el-GR" dirty="0"/>
              <a:t> μαθήματος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348D44-BF5C-E300-A491-EF0F98AF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10</a:t>
            </a:fld>
            <a:endParaRPr 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9AA452-877B-98B4-0258-ECF1A1E52EE6}"/>
              </a:ext>
            </a:extLst>
          </p:cNvPr>
          <p:cNvSpPr txBox="1"/>
          <p:nvPr/>
        </p:nvSpPr>
        <p:spPr>
          <a:xfrm>
            <a:off x="543338" y="942047"/>
            <a:ext cx="4280453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Όλο το υλικό του μαθήματος είναι διαθέσιμο στο </a:t>
            </a:r>
            <a:r>
              <a:rPr lang="en-US" sz="2400" dirty="0" err="1">
                <a:hlinkClick r:id="rId2"/>
              </a:rPr>
              <a:t>Github</a:t>
            </a:r>
            <a:r>
              <a:rPr lang="en-US" sz="2400" dirty="0"/>
              <a:t>.</a:t>
            </a:r>
            <a:endParaRPr lang="el-GR" sz="2400" dirty="0"/>
          </a:p>
          <a:p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dirty="0" err="1"/>
              <a:t>Βασ</a:t>
            </a:r>
            <a:r>
              <a:rPr lang="en-US" sz="2000" dirty="0" err="1"/>
              <a:t>ί</a:t>
            </a:r>
            <a:r>
              <a:rPr lang="el-GR" sz="2000" dirty="0" err="1"/>
              <a:t>ζεται</a:t>
            </a:r>
            <a:r>
              <a:rPr lang="el-GR" sz="2000" dirty="0"/>
              <a:t> σε μεγάλο βαθμό στο μάθημα «</a:t>
            </a:r>
            <a:r>
              <a:rPr lang="en-US" sz="2000" i="1" dirty="0">
                <a:hlinkClick r:id="rId3"/>
              </a:rPr>
              <a:t>Hands-On Lattice and Longitudinal Calculations - Python version</a:t>
            </a:r>
            <a:r>
              <a:rPr lang="el-GR" sz="2000" dirty="0"/>
              <a:t>»</a:t>
            </a:r>
            <a:r>
              <a:rPr lang="en-US" sz="2000" dirty="0"/>
              <a:t> </a:t>
            </a:r>
            <a:r>
              <a:rPr lang="el-GR" sz="2000" dirty="0"/>
              <a:t>που διδάσκεται στο «</a:t>
            </a:r>
            <a:r>
              <a:rPr lang="en-US" sz="2000" i="1" dirty="0"/>
              <a:t>CERN Accelerator School (CAS) – Introduction to Accelerator Physics</a:t>
            </a:r>
            <a:r>
              <a:rPr lang="el-GR" sz="2000" i="1" dirty="0"/>
              <a:t>»</a:t>
            </a:r>
            <a:r>
              <a:rPr lang="en-US" sz="2000" dirty="0"/>
              <a:t>, </a:t>
            </a:r>
            <a:r>
              <a:rPr lang="el-GR" sz="2000" dirty="0"/>
              <a:t>αλλά και στο «</a:t>
            </a:r>
            <a:r>
              <a:rPr lang="en-US" sz="2000" i="1" dirty="0">
                <a:hlinkClick r:id="rId4"/>
              </a:rPr>
              <a:t>Advanced Training School on Operation of Accelerators</a:t>
            </a:r>
            <a:r>
              <a:rPr lang="el-GR" sz="2000" dirty="0"/>
              <a:t>» του «</a:t>
            </a:r>
            <a:r>
              <a:rPr lang="en-US" sz="2000" dirty="0"/>
              <a:t>EUROLABS».</a:t>
            </a:r>
            <a:endParaRPr lang="el-G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9FF735-2967-5C4D-F4A2-F40F689C4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711" y="806548"/>
            <a:ext cx="6757205" cy="51811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070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A230-F0E1-7235-7C4B-C6935FA7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7EEDA2-A817-2BC7-04BC-D8804F56E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11</a:t>
            </a:fld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4DA7D-D35F-2D0D-55AD-C3587E5971FC}"/>
              </a:ext>
            </a:extLst>
          </p:cNvPr>
          <p:cNvSpPr txBox="1"/>
          <p:nvPr/>
        </p:nvSpPr>
        <p:spPr>
          <a:xfrm>
            <a:off x="543338" y="942047"/>
            <a:ext cx="336605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Θα χρησιμοποιήσουμε τη γλώσσα </a:t>
            </a:r>
            <a:r>
              <a:rPr lang="en-US" sz="2400" i="1" dirty="0"/>
              <a:t>Python</a:t>
            </a:r>
            <a:r>
              <a:rPr lang="en-US" sz="2400" dirty="0"/>
              <a:t> </a:t>
            </a:r>
            <a:r>
              <a:rPr lang="el-GR" sz="2400" dirty="0"/>
              <a:t>για τις προσομοιώσεις και συγκεκριμένα </a:t>
            </a:r>
            <a:r>
              <a:rPr lang="en-US" sz="2400" b="1" i="1" dirty="0">
                <a:solidFill>
                  <a:schemeClr val="tx2"/>
                </a:solidFill>
              </a:rPr>
              <a:t>Python notebooks</a:t>
            </a:r>
            <a:r>
              <a:rPr lang="en-US" sz="2400" dirty="0"/>
              <a:t>. </a:t>
            </a:r>
            <a:endParaRPr lang="el-G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l-G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dirty="0"/>
              <a:t>Θα κάνουμε μαζί μια σειρά ασκήσεων, δεν χρειάζεται να εγκαταστήσετε κάτι.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l-G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dirty="0"/>
              <a:t>Αν θέλετε να τρέξετε τις προσομοιώσεις στον υπολογιστή σας, υπάρχουν οδηγίες στη σελίδα του </a:t>
            </a:r>
            <a:r>
              <a:rPr lang="en-US" dirty="0"/>
              <a:t>GitHub </a:t>
            </a:r>
            <a:r>
              <a:rPr lang="el-GR" dirty="0"/>
              <a:t>για το πώς να ξεκινήσετε.</a:t>
            </a:r>
            <a:endParaRPr lang="en-US" sz="14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BE6348-7276-4BF7-72B7-5E5BF61A4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444" y="942047"/>
            <a:ext cx="7792279" cy="43878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324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3818F-3FF3-308A-39B0-8B8E74662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Xsuite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46E00D-54EB-6ED4-06F0-14DBE634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12</a:t>
            </a:fld>
            <a:endParaRPr lang="el-GR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C333A8-64B2-EF5B-1CA7-A50A5E518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49" y="942047"/>
            <a:ext cx="6753120" cy="49935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9E4F4A-4E9C-6945-F221-29A26A15DD34}"/>
              </a:ext>
            </a:extLst>
          </p:cNvPr>
          <p:cNvSpPr txBox="1"/>
          <p:nvPr/>
        </p:nvSpPr>
        <p:spPr>
          <a:xfrm>
            <a:off x="543338" y="942047"/>
            <a:ext cx="4280453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Το </a:t>
            </a:r>
            <a:r>
              <a:rPr lang="en-US" sz="2400" i="1" dirty="0"/>
              <a:t>Xsuite</a:t>
            </a:r>
            <a:r>
              <a:rPr lang="en-US" sz="2400" dirty="0"/>
              <a:t> </a:t>
            </a:r>
            <a:r>
              <a:rPr lang="el-GR" sz="2400" dirty="0"/>
              <a:t>είναι ένα σύγχρονο και δωρεάν λογισμικό για </a:t>
            </a:r>
            <a:r>
              <a:rPr lang="el-GR" sz="2400" b="1" dirty="0">
                <a:solidFill>
                  <a:schemeClr val="tx2"/>
                </a:solidFill>
              </a:rPr>
              <a:t>προσομοιώσεις δυναμικής δεσμών</a:t>
            </a:r>
            <a:r>
              <a:rPr lang="el-GR" sz="2400" dirty="0"/>
              <a:t>:</a:t>
            </a:r>
          </a:p>
          <a:p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dirty="0"/>
              <a:t>Υποστηρίζει </a:t>
            </a:r>
            <a:r>
              <a:rPr lang="en-US" sz="2000" dirty="0"/>
              <a:t>GPU</a:t>
            </a:r>
            <a:r>
              <a:rPr lang="el-GR" sz="2000" dirty="0"/>
              <a:t>, παράλληλους υπολογισμούς και ακριβή μοντέλα (μη γραμμική οπτική, χωρικό φορτίο, συλλογικά φαινόμενα).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dirty="0"/>
              <a:t>Αναπτύχθηκε (αναπτύσσεται) στο </a:t>
            </a:r>
            <a:r>
              <a:rPr lang="en-US" sz="2000" dirty="0"/>
              <a:t>CERN</a:t>
            </a:r>
            <a:r>
              <a:rPr lang="el-GR" sz="2000" dirty="0"/>
              <a:t> και χρησιμοποιείται σημαντικά στο </a:t>
            </a:r>
            <a:r>
              <a:rPr lang="en-US" sz="2000" dirty="0"/>
              <a:t>CERN </a:t>
            </a:r>
            <a:r>
              <a:rPr lang="el-GR" sz="2000" dirty="0"/>
              <a:t>και σε </a:t>
            </a:r>
            <a:r>
              <a:rPr lang="en-US" sz="2000" dirty="0" err="1"/>
              <a:t>ά</a:t>
            </a:r>
            <a:r>
              <a:rPr lang="el-GR" sz="2000" dirty="0" err="1"/>
              <a:t>λλα</a:t>
            </a:r>
            <a:r>
              <a:rPr lang="el-GR" sz="2000" dirty="0"/>
              <a:t> ερευνητικά κέντρα.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000" dirty="0"/>
              <a:t>Είναι ανοιχτού κώδικα και διαθέσιμο στο </a:t>
            </a:r>
            <a:r>
              <a:rPr lang="en-US" sz="2000" dirty="0">
                <a:hlinkClick r:id="rId3"/>
              </a:rPr>
              <a:t>GitHub</a:t>
            </a:r>
            <a:r>
              <a:rPr lang="el-G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54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24D15-7AC4-9C55-1480-488DEA05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Πρόγραμμα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F82AFB-8118-D0D1-C844-97C548A3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D8B99-2640-4528-BE06-488F2B48F17D}" type="slidenum">
              <a:rPr lang="el-GR" smtClean="0"/>
              <a:pPr/>
              <a:t>13</a:t>
            </a:fld>
            <a:endParaRPr lang="el-G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B945A-265F-87FA-7B61-DAC83B55B9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l-GR" dirty="0"/>
              <a:t>Σύνολο: </a:t>
            </a:r>
            <a:r>
              <a:rPr lang="en-US" dirty="0"/>
              <a:t>4</a:t>
            </a:r>
            <a:r>
              <a:rPr lang="en-US" dirty="0">
                <a:solidFill>
                  <a:schemeClr val="tx1"/>
                </a:solidFill>
              </a:rPr>
              <a:t> × 2 </a:t>
            </a:r>
            <a:r>
              <a:rPr lang="el-GR" dirty="0">
                <a:solidFill>
                  <a:schemeClr val="tx1"/>
                </a:solidFill>
              </a:rPr>
              <a:t>ώρες </a:t>
            </a:r>
          </a:p>
          <a:p>
            <a:pPr lvl="1"/>
            <a:r>
              <a:rPr lang="el-GR" dirty="0"/>
              <a:t>3 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l-GR" dirty="0"/>
              <a:t> προσομοιώσεις με </a:t>
            </a:r>
            <a:r>
              <a:rPr lang="en-US" dirty="0"/>
              <a:t>Python </a:t>
            </a:r>
            <a:r>
              <a:rPr lang="el-GR" dirty="0"/>
              <a:t>και </a:t>
            </a:r>
            <a:r>
              <a:rPr lang="en-US" dirty="0"/>
              <a:t>Xsuite</a:t>
            </a:r>
            <a:endParaRPr lang="el-GR" dirty="0"/>
          </a:p>
          <a:p>
            <a:pPr lvl="1"/>
            <a:r>
              <a:rPr lang="el-GR" dirty="0"/>
              <a:t>1 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l-GR" dirty="0">
                <a:solidFill>
                  <a:schemeClr val="tx1"/>
                </a:solidFill>
              </a:rPr>
              <a:t> μετρήσεις στο </a:t>
            </a:r>
            <a:r>
              <a:rPr lang="en-US" dirty="0">
                <a:solidFill>
                  <a:schemeClr val="tx1"/>
                </a:solidFill>
              </a:rPr>
              <a:t>CERN Control Centre</a:t>
            </a:r>
            <a:r>
              <a:rPr lang="el-GR" dirty="0">
                <a:solidFill>
                  <a:schemeClr val="tx1"/>
                </a:solidFill>
              </a:rPr>
              <a:t> (</a:t>
            </a:r>
            <a:r>
              <a:rPr lang="en-US" dirty="0">
                <a:solidFill>
                  <a:schemeClr val="tx1"/>
                </a:solidFill>
              </a:rPr>
              <a:t>CCC</a:t>
            </a:r>
            <a:r>
              <a:rPr lang="el-GR" dirty="0">
                <a:solidFill>
                  <a:schemeClr val="tx1"/>
                </a:solidFill>
              </a:rPr>
              <a:t>) (διαδικτυακά)</a:t>
            </a:r>
            <a:endParaRPr lang="el-GR" dirty="0"/>
          </a:p>
          <a:p>
            <a:pPr lvl="1"/>
            <a:endParaRPr lang="el-GR" dirty="0">
              <a:solidFill>
                <a:schemeClr val="tx1"/>
              </a:solidFill>
            </a:endParaRPr>
          </a:p>
          <a:p>
            <a:r>
              <a:rPr lang="el-GR" dirty="0"/>
              <a:t>Εκτός απροόπτων, το αναλυτικό πρόγραμμα είναι:</a:t>
            </a:r>
          </a:p>
          <a:p>
            <a:pPr lvl="1"/>
            <a:r>
              <a:rPr lang="el-GR" dirty="0"/>
              <a:t>10/04</a:t>
            </a:r>
            <a:r>
              <a:rPr lang="en-US" dirty="0"/>
              <a:t>: </a:t>
            </a:r>
            <a:r>
              <a:rPr lang="en-US" b="1" dirty="0">
                <a:solidFill>
                  <a:schemeClr val="tx2"/>
                </a:solidFill>
              </a:rPr>
              <a:t>Tracking basics</a:t>
            </a:r>
            <a:r>
              <a:rPr lang="el-GR" b="1" dirty="0">
                <a:solidFill>
                  <a:schemeClr val="tx2"/>
                </a:solidFill>
              </a:rPr>
              <a:t>,</a:t>
            </a:r>
            <a:r>
              <a:rPr lang="en-US" b="1" dirty="0">
                <a:solidFill>
                  <a:schemeClr val="tx2"/>
                </a:solidFill>
              </a:rPr>
              <a:t> single-particle in a</a:t>
            </a:r>
            <a:r>
              <a:rPr lang="el-GR"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FODO cell</a:t>
            </a:r>
            <a:endParaRPr lang="el-GR" b="1" dirty="0">
              <a:solidFill>
                <a:schemeClr val="tx2"/>
              </a:solidFill>
            </a:endParaRPr>
          </a:p>
          <a:p>
            <a:pPr lvl="1"/>
            <a:r>
              <a:rPr lang="en-US" dirty="0"/>
              <a:t>20</a:t>
            </a:r>
            <a:r>
              <a:rPr lang="el-GR" dirty="0"/>
              <a:t>/</a:t>
            </a:r>
            <a:r>
              <a:rPr lang="en-US" dirty="0"/>
              <a:t>05: </a:t>
            </a:r>
            <a:r>
              <a:rPr lang="en-US" b="1" dirty="0">
                <a:solidFill>
                  <a:schemeClr val="tx2"/>
                </a:solidFill>
              </a:rPr>
              <a:t>Single-particle &amp; multi-particle tracking in a periodic system (ring)</a:t>
            </a:r>
            <a:r>
              <a:rPr lang="en-US" dirty="0"/>
              <a:t> </a:t>
            </a:r>
            <a:endParaRPr lang="el-GR" dirty="0"/>
          </a:p>
          <a:p>
            <a:pPr lvl="1"/>
            <a:r>
              <a:rPr lang="en-US" dirty="0"/>
              <a:t>27/05: </a:t>
            </a:r>
            <a:r>
              <a:rPr lang="en-US" b="1" dirty="0">
                <a:solidFill>
                  <a:schemeClr val="tx2"/>
                </a:solidFill>
              </a:rPr>
              <a:t>Tracking in Xsuite: the CERN Proton Synchrotron Booster</a:t>
            </a:r>
            <a:endParaRPr lang="el-GR" b="1" dirty="0">
              <a:solidFill>
                <a:schemeClr val="tx2"/>
              </a:solidFill>
            </a:endParaRPr>
          </a:p>
          <a:p>
            <a:pPr lvl="1"/>
            <a:r>
              <a:rPr lang="en-US" dirty="0"/>
              <a:t>19</a:t>
            </a:r>
            <a:r>
              <a:rPr lang="el-GR" dirty="0"/>
              <a:t>/</a:t>
            </a:r>
            <a:r>
              <a:rPr lang="en-US" dirty="0"/>
              <a:t>06</a:t>
            </a:r>
            <a:r>
              <a:rPr lang="el-GR" dirty="0"/>
              <a:t>: </a:t>
            </a:r>
            <a:r>
              <a:rPr lang="el-GR" b="1" dirty="0">
                <a:solidFill>
                  <a:schemeClr val="tx2"/>
                </a:solidFill>
              </a:rPr>
              <a:t>Μετρήσεις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l-GR" b="1" dirty="0">
                <a:solidFill>
                  <a:schemeClr val="tx2"/>
                </a:solidFill>
              </a:rPr>
              <a:t>με πραγματική δέσμη στο </a:t>
            </a:r>
            <a:r>
              <a:rPr lang="en-US" b="1" dirty="0">
                <a:solidFill>
                  <a:schemeClr val="tx2"/>
                </a:solidFill>
              </a:rPr>
              <a:t>CCC</a:t>
            </a:r>
            <a:endParaRPr lang="el-GR" b="1" dirty="0">
              <a:solidFill>
                <a:schemeClr val="tx2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9FBC0D8-1AD6-B8B9-C354-B71AF8873FE8}"/>
              </a:ext>
            </a:extLst>
          </p:cNvPr>
          <p:cNvSpPr txBox="1">
            <a:spLocks/>
          </p:cNvSpPr>
          <p:nvPr/>
        </p:nvSpPr>
        <p:spPr>
          <a:xfrm>
            <a:off x="409286" y="5187454"/>
            <a:ext cx="11369201" cy="1410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l-GR" sz="3600" dirty="0"/>
              <a:t>Κατά την διάρκεια του μαθήματος, ρωτήστε </a:t>
            </a:r>
            <a:r>
              <a:rPr lang="el-GR" sz="3600" b="1" dirty="0">
                <a:solidFill>
                  <a:schemeClr val="tx2"/>
                </a:solidFill>
              </a:rPr>
              <a:t>οποιαδήποτε</a:t>
            </a:r>
            <a:r>
              <a:rPr lang="el-GR" sz="3600" dirty="0"/>
              <a:t> ερώτηση!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23036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293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My custom palette">
      <a:dk1>
        <a:srgbClr val="000000"/>
      </a:dk1>
      <a:lt1>
        <a:srgbClr val="FFFFFF"/>
      </a:lt1>
      <a:dk2>
        <a:srgbClr val="0033A0"/>
      </a:dk2>
      <a:lt2>
        <a:srgbClr val="FFFFFF"/>
      </a:lt2>
      <a:accent1>
        <a:srgbClr val="FF991E"/>
      </a:accent1>
      <a:accent2>
        <a:srgbClr val="0099CC"/>
      </a:accent2>
      <a:accent3>
        <a:srgbClr val="006699"/>
      </a:accent3>
      <a:accent4>
        <a:srgbClr val="6600CC"/>
      </a:accent4>
      <a:accent5>
        <a:srgbClr val="C80000"/>
      </a:accent5>
      <a:accent6>
        <a:srgbClr val="6B8E23"/>
      </a:accent6>
      <a:hlink>
        <a:srgbClr val="6699FD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60886</TotalTime>
  <Words>527</Words>
  <Application>Microsoft Macintosh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2013 - 2022 Theme</vt:lpstr>
      <vt:lpstr>PowerPoint Presentation</vt:lpstr>
      <vt:lpstr>Προσομοιώσεις Πλεγμάτων Επιταχυντών  με Python και Xsuite</vt:lpstr>
      <vt:lpstr>Φυσική των Επιταχυντών</vt:lpstr>
      <vt:lpstr>Φυσική των Επιταχυντών</vt:lpstr>
      <vt:lpstr>Φυσική των Επιταχυντών</vt:lpstr>
      <vt:lpstr>Φυσική των Επιταχυντών</vt:lpstr>
      <vt:lpstr>Σκοπός</vt:lpstr>
      <vt:lpstr>Σκοπός</vt:lpstr>
      <vt:lpstr>Σκοπός</vt:lpstr>
      <vt:lpstr>Υλικό μαθήματος</vt:lpstr>
      <vt:lpstr>Python</vt:lpstr>
      <vt:lpstr>Xsuite</vt:lpstr>
      <vt:lpstr>Πρόγραμμα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Tirsi Preb</cp:lastModifiedBy>
  <cp:revision>1631</cp:revision>
  <dcterms:created xsi:type="dcterms:W3CDTF">2019-09-01T21:36:22Z</dcterms:created>
  <dcterms:modified xsi:type="dcterms:W3CDTF">2025-04-06T15:36:57Z</dcterms:modified>
  <cp:category/>
</cp:coreProperties>
</file>